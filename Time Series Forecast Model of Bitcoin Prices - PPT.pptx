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20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58" r:id="rId14"/>
    <p:sldId id="263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11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BB7E9D-3DC4-49B5-9A0A-78A9EEC0D47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5D4873C-1072-4F54-82C3-B8FA71C0C718}">
      <dgm:prSet/>
      <dgm:spPr/>
      <dgm:t>
        <a:bodyPr/>
        <a:lstStyle/>
        <a:p>
          <a:r>
            <a:rPr lang="en-US" b="0" i="0" baseline="0"/>
            <a:t>Bitcoin = highly volatile asset </a:t>
          </a:r>
          <a:endParaRPr lang="en-US"/>
        </a:p>
      </dgm:t>
    </dgm:pt>
    <dgm:pt modelId="{6FCDC33D-C472-475B-8206-51879932A657}" type="parTrans" cxnId="{6923E509-32EA-4B9C-995D-FD6367806777}">
      <dgm:prSet/>
      <dgm:spPr/>
      <dgm:t>
        <a:bodyPr/>
        <a:lstStyle/>
        <a:p>
          <a:endParaRPr lang="en-US"/>
        </a:p>
      </dgm:t>
    </dgm:pt>
    <dgm:pt modelId="{BEFB42CA-3980-4B06-B7D6-FFE6149B4743}" type="sibTrans" cxnId="{6923E509-32EA-4B9C-995D-FD6367806777}">
      <dgm:prSet/>
      <dgm:spPr/>
      <dgm:t>
        <a:bodyPr/>
        <a:lstStyle/>
        <a:p>
          <a:endParaRPr lang="en-US"/>
        </a:p>
      </dgm:t>
    </dgm:pt>
    <dgm:pt modelId="{9A9A2290-DD80-4728-8D09-93F724B2485D}">
      <dgm:prSet/>
      <dgm:spPr/>
      <dgm:t>
        <a:bodyPr/>
        <a:lstStyle/>
        <a:p>
          <a:r>
            <a:rPr lang="en-US" b="0" i="0" baseline="0"/>
            <a:t>Difficult to predict </a:t>
          </a:r>
          <a:endParaRPr lang="en-US"/>
        </a:p>
      </dgm:t>
    </dgm:pt>
    <dgm:pt modelId="{B14DB59A-6A7F-4585-A329-B4D553D561D7}" type="parTrans" cxnId="{DEA92675-0661-44DC-84EF-6905401893C6}">
      <dgm:prSet/>
      <dgm:spPr/>
      <dgm:t>
        <a:bodyPr/>
        <a:lstStyle/>
        <a:p>
          <a:endParaRPr lang="en-US"/>
        </a:p>
      </dgm:t>
    </dgm:pt>
    <dgm:pt modelId="{7E250D33-24F9-4926-9ED5-F891E11C8F2E}" type="sibTrans" cxnId="{DEA92675-0661-44DC-84EF-6905401893C6}">
      <dgm:prSet/>
      <dgm:spPr/>
      <dgm:t>
        <a:bodyPr/>
        <a:lstStyle/>
        <a:p>
          <a:endParaRPr lang="en-US"/>
        </a:p>
      </dgm:t>
    </dgm:pt>
    <dgm:pt modelId="{E54089FE-E76C-4CE7-88DA-58B23C9A32BB}">
      <dgm:prSet/>
      <dgm:spPr/>
      <dgm:t>
        <a:bodyPr/>
        <a:lstStyle/>
        <a:p>
          <a:r>
            <a:rPr lang="en-US" b="0" i="0" baseline="0"/>
            <a:t>Time series models help identify patterns </a:t>
          </a:r>
          <a:endParaRPr lang="en-US"/>
        </a:p>
      </dgm:t>
    </dgm:pt>
    <dgm:pt modelId="{8A20923E-7B87-4486-8403-E33B9442EF6C}" type="parTrans" cxnId="{E9D38BBB-3AB9-4D39-8D29-601A50E4985B}">
      <dgm:prSet/>
      <dgm:spPr/>
      <dgm:t>
        <a:bodyPr/>
        <a:lstStyle/>
        <a:p>
          <a:endParaRPr lang="en-US"/>
        </a:p>
      </dgm:t>
    </dgm:pt>
    <dgm:pt modelId="{9909E121-797C-4ADC-8DF9-7E9684F7D953}" type="sibTrans" cxnId="{E9D38BBB-3AB9-4D39-8D29-601A50E4985B}">
      <dgm:prSet/>
      <dgm:spPr/>
      <dgm:t>
        <a:bodyPr/>
        <a:lstStyle/>
        <a:p>
          <a:endParaRPr lang="en-US"/>
        </a:p>
      </dgm:t>
    </dgm:pt>
    <dgm:pt modelId="{B3DE3D4A-DF22-422B-998A-DE4AFE05AFF8}" type="pres">
      <dgm:prSet presAssocID="{47BB7E9D-3DC4-49B5-9A0A-78A9EEC0D477}" presName="root" presStyleCnt="0">
        <dgm:presLayoutVars>
          <dgm:dir/>
          <dgm:resizeHandles val="exact"/>
        </dgm:presLayoutVars>
      </dgm:prSet>
      <dgm:spPr/>
    </dgm:pt>
    <dgm:pt modelId="{A230CF84-316B-468A-8126-38975F0DD0A3}" type="pres">
      <dgm:prSet presAssocID="{65D4873C-1072-4F54-82C3-B8FA71C0C718}" presName="compNode" presStyleCnt="0"/>
      <dgm:spPr/>
    </dgm:pt>
    <dgm:pt modelId="{4C284658-D3CE-4B2F-BF8D-2968CC9F4425}" type="pres">
      <dgm:prSet presAssocID="{65D4873C-1072-4F54-82C3-B8FA71C0C71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E01D90E-98D6-4ED8-937B-35246C5B7530}" type="pres">
      <dgm:prSet presAssocID="{65D4873C-1072-4F54-82C3-B8FA71C0C718}" presName="spaceRect" presStyleCnt="0"/>
      <dgm:spPr/>
    </dgm:pt>
    <dgm:pt modelId="{18ABAB82-F0AC-4C6F-BC6D-CE0B7B9E399A}" type="pres">
      <dgm:prSet presAssocID="{65D4873C-1072-4F54-82C3-B8FA71C0C718}" presName="textRect" presStyleLbl="revTx" presStyleIdx="0" presStyleCnt="3">
        <dgm:presLayoutVars>
          <dgm:chMax val="1"/>
          <dgm:chPref val="1"/>
        </dgm:presLayoutVars>
      </dgm:prSet>
      <dgm:spPr/>
    </dgm:pt>
    <dgm:pt modelId="{6E8E8052-1D22-4B69-94B7-F7A40EF5E22A}" type="pres">
      <dgm:prSet presAssocID="{BEFB42CA-3980-4B06-B7D6-FFE6149B4743}" presName="sibTrans" presStyleCnt="0"/>
      <dgm:spPr/>
    </dgm:pt>
    <dgm:pt modelId="{CD901F05-97FE-482C-B4A9-2A5A9D7367E7}" type="pres">
      <dgm:prSet presAssocID="{9A9A2290-DD80-4728-8D09-93F724B2485D}" presName="compNode" presStyleCnt="0"/>
      <dgm:spPr/>
    </dgm:pt>
    <dgm:pt modelId="{181394F5-2AC0-4940-9F4F-B7E3AFDA1AEF}" type="pres">
      <dgm:prSet presAssocID="{9A9A2290-DD80-4728-8D09-93F724B2485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7315B51-6FE5-49AE-8DD7-682CCBDBE3DA}" type="pres">
      <dgm:prSet presAssocID="{9A9A2290-DD80-4728-8D09-93F724B2485D}" presName="spaceRect" presStyleCnt="0"/>
      <dgm:spPr/>
    </dgm:pt>
    <dgm:pt modelId="{13589E48-91D2-4E7A-886E-E7BEB13A6650}" type="pres">
      <dgm:prSet presAssocID="{9A9A2290-DD80-4728-8D09-93F724B2485D}" presName="textRect" presStyleLbl="revTx" presStyleIdx="1" presStyleCnt="3">
        <dgm:presLayoutVars>
          <dgm:chMax val="1"/>
          <dgm:chPref val="1"/>
        </dgm:presLayoutVars>
      </dgm:prSet>
      <dgm:spPr/>
    </dgm:pt>
    <dgm:pt modelId="{2871BAD8-1F7B-4F84-AEA3-3E7A3044630D}" type="pres">
      <dgm:prSet presAssocID="{7E250D33-24F9-4926-9ED5-F891E11C8F2E}" presName="sibTrans" presStyleCnt="0"/>
      <dgm:spPr/>
    </dgm:pt>
    <dgm:pt modelId="{858545FF-3552-420E-B93E-0555157D8A81}" type="pres">
      <dgm:prSet presAssocID="{E54089FE-E76C-4CE7-88DA-58B23C9A32BB}" presName="compNode" presStyleCnt="0"/>
      <dgm:spPr/>
    </dgm:pt>
    <dgm:pt modelId="{FCDCDFBF-92F9-4F90-B954-E2082AA0039B}" type="pres">
      <dgm:prSet presAssocID="{E54089FE-E76C-4CE7-88DA-58B23C9A32B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005E6B3-76C9-4725-86FA-E4A8B0D6B39D}" type="pres">
      <dgm:prSet presAssocID="{E54089FE-E76C-4CE7-88DA-58B23C9A32BB}" presName="spaceRect" presStyleCnt="0"/>
      <dgm:spPr/>
    </dgm:pt>
    <dgm:pt modelId="{A3BF69EA-8A8B-4782-892F-1A5519C9CDA2}" type="pres">
      <dgm:prSet presAssocID="{E54089FE-E76C-4CE7-88DA-58B23C9A32B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923E509-32EA-4B9C-995D-FD6367806777}" srcId="{47BB7E9D-3DC4-49B5-9A0A-78A9EEC0D477}" destId="{65D4873C-1072-4F54-82C3-B8FA71C0C718}" srcOrd="0" destOrd="0" parTransId="{6FCDC33D-C472-475B-8206-51879932A657}" sibTransId="{BEFB42CA-3980-4B06-B7D6-FFE6149B4743}"/>
    <dgm:cxn modelId="{7B28D429-7644-4DA9-82DA-606325004E17}" type="presOf" srcId="{E54089FE-E76C-4CE7-88DA-58B23C9A32BB}" destId="{A3BF69EA-8A8B-4782-892F-1A5519C9CDA2}" srcOrd="0" destOrd="0" presId="urn:microsoft.com/office/officeart/2018/2/layout/IconLabelList"/>
    <dgm:cxn modelId="{DEA92675-0661-44DC-84EF-6905401893C6}" srcId="{47BB7E9D-3DC4-49B5-9A0A-78A9EEC0D477}" destId="{9A9A2290-DD80-4728-8D09-93F724B2485D}" srcOrd="1" destOrd="0" parTransId="{B14DB59A-6A7F-4585-A329-B4D553D561D7}" sibTransId="{7E250D33-24F9-4926-9ED5-F891E11C8F2E}"/>
    <dgm:cxn modelId="{E9D38BBB-3AB9-4D39-8D29-601A50E4985B}" srcId="{47BB7E9D-3DC4-49B5-9A0A-78A9EEC0D477}" destId="{E54089FE-E76C-4CE7-88DA-58B23C9A32BB}" srcOrd="2" destOrd="0" parTransId="{8A20923E-7B87-4486-8403-E33B9442EF6C}" sibTransId="{9909E121-797C-4ADC-8DF9-7E9684F7D953}"/>
    <dgm:cxn modelId="{C49751F3-661F-477C-BE15-D6B93EAE193C}" type="presOf" srcId="{47BB7E9D-3DC4-49B5-9A0A-78A9EEC0D477}" destId="{B3DE3D4A-DF22-422B-998A-DE4AFE05AFF8}" srcOrd="0" destOrd="0" presId="urn:microsoft.com/office/officeart/2018/2/layout/IconLabelList"/>
    <dgm:cxn modelId="{9D70AEF4-17E2-4EE7-AAF3-8A7630449A44}" type="presOf" srcId="{9A9A2290-DD80-4728-8D09-93F724B2485D}" destId="{13589E48-91D2-4E7A-886E-E7BEB13A6650}" srcOrd="0" destOrd="0" presId="urn:microsoft.com/office/officeart/2018/2/layout/IconLabelList"/>
    <dgm:cxn modelId="{1BCE91FC-9BEB-4ED3-9C4C-B060C1C23533}" type="presOf" srcId="{65D4873C-1072-4F54-82C3-B8FA71C0C718}" destId="{18ABAB82-F0AC-4C6F-BC6D-CE0B7B9E399A}" srcOrd="0" destOrd="0" presId="urn:microsoft.com/office/officeart/2018/2/layout/IconLabelList"/>
    <dgm:cxn modelId="{886ACADB-A3CE-43B5-A100-D3A5765A4B17}" type="presParOf" srcId="{B3DE3D4A-DF22-422B-998A-DE4AFE05AFF8}" destId="{A230CF84-316B-468A-8126-38975F0DD0A3}" srcOrd="0" destOrd="0" presId="urn:microsoft.com/office/officeart/2018/2/layout/IconLabelList"/>
    <dgm:cxn modelId="{32F65ED8-3D8C-47C2-A7D6-BF546E85F1A7}" type="presParOf" srcId="{A230CF84-316B-468A-8126-38975F0DD0A3}" destId="{4C284658-D3CE-4B2F-BF8D-2968CC9F4425}" srcOrd="0" destOrd="0" presId="urn:microsoft.com/office/officeart/2018/2/layout/IconLabelList"/>
    <dgm:cxn modelId="{012010F1-8204-41DD-BF3F-A6917D6BA029}" type="presParOf" srcId="{A230CF84-316B-468A-8126-38975F0DD0A3}" destId="{5E01D90E-98D6-4ED8-937B-35246C5B7530}" srcOrd="1" destOrd="0" presId="urn:microsoft.com/office/officeart/2018/2/layout/IconLabelList"/>
    <dgm:cxn modelId="{0D730EBA-69B4-45CF-BA62-70E49EBBC851}" type="presParOf" srcId="{A230CF84-316B-468A-8126-38975F0DD0A3}" destId="{18ABAB82-F0AC-4C6F-BC6D-CE0B7B9E399A}" srcOrd="2" destOrd="0" presId="urn:microsoft.com/office/officeart/2018/2/layout/IconLabelList"/>
    <dgm:cxn modelId="{3143150A-02FA-431B-949A-D8EE527A822D}" type="presParOf" srcId="{B3DE3D4A-DF22-422B-998A-DE4AFE05AFF8}" destId="{6E8E8052-1D22-4B69-94B7-F7A40EF5E22A}" srcOrd="1" destOrd="0" presId="urn:microsoft.com/office/officeart/2018/2/layout/IconLabelList"/>
    <dgm:cxn modelId="{956A5B79-6700-44FF-A402-F7CEE110F8AD}" type="presParOf" srcId="{B3DE3D4A-DF22-422B-998A-DE4AFE05AFF8}" destId="{CD901F05-97FE-482C-B4A9-2A5A9D7367E7}" srcOrd="2" destOrd="0" presId="urn:microsoft.com/office/officeart/2018/2/layout/IconLabelList"/>
    <dgm:cxn modelId="{34C21F63-5A04-4B21-88DA-CC31C90A2BE8}" type="presParOf" srcId="{CD901F05-97FE-482C-B4A9-2A5A9D7367E7}" destId="{181394F5-2AC0-4940-9F4F-B7E3AFDA1AEF}" srcOrd="0" destOrd="0" presId="urn:microsoft.com/office/officeart/2018/2/layout/IconLabelList"/>
    <dgm:cxn modelId="{30F34571-578E-4E57-BE65-A934E18B8C6C}" type="presParOf" srcId="{CD901F05-97FE-482C-B4A9-2A5A9D7367E7}" destId="{07315B51-6FE5-49AE-8DD7-682CCBDBE3DA}" srcOrd="1" destOrd="0" presId="urn:microsoft.com/office/officeart/2018/2/layout/IconLabelList"/>
    <dgm:cxn modelId="{6EDC7C52-50BB-4D85-88B7-F27AEE1707B7}" type="presParOf" srcId="{CD901F05-97FE-482C-B4A9-2A5A9D7367E7}" destId="{13589E48-91D2-4E7A-886E-E7BEB13A6650}" srcOrd="2" destOrd="0" presId="urn:microsoft.com/office/officeart/2018/2/layout/IconLabelList"/>
    <dgm:cxn modelId="{C213F8B4-7B70-449C-A41A-AC293110663E}" type="presParOf" srcId="{B3DE3D4A-DF22-422B-998A-DE4AFE05AFF8}" destId="{2871BAD8-1F7B-4F84-AEA3-3E7A3044630D}" srcOrd="3" destOrd="0" presId="urn:microsoft.com/office/officeart/2018/2/layout/IconLabelList"/>
    <dgm:cxn modelId="{14D438E7-EA6D-4C0C-8732-D75F86478E30}" type="presParOf" srcId="{B3DE3D4A-DF22-422B-998A-DE4AFE05AFF8}" destId="{858545FF-3552-420E-B93E-0555157D8A81}" srcOrd="4" destOrd="0" presId="urn:microsoft.com/office/officeart/2018/2/layout/IconLabelList"/>
    <dgm:cxn modelId="{588143FD-A76B-4F27-B747-DFA6C4F24F19}" type="presParOf" srcId="{858545FF-3552-420E-B93E-0555157D8A81}" destId="{FCDCDFBF-92F9-4F90-B954-E2082AA0039B}" srcOrd="0" destOrd="0" presId="urn:microsoft.com/office/officeart/2018/2/layout/IconLabelList"/>
    <dgm:cxn modelId="{5B36CCFD-8A44-45D6-B5B4-7BAE88370BB8}" type="presParOf" srcId="{858545FF-3552-420E-B93E-0555157D8A81}" destId="{D005E6B3-76C9-4725-86FA-E4A8B0D6B39D}" srcOrd="1" destOrd="0" presId="urn:microsoft.com/office/officeart/2018/2/layout/IconLabelList"/>
    <dgm:cxn modelId="{A2F3EAE9-A438-4DF4-97D1-F51435D66CDB}" type="presParOf" srcId="{858545FF-3552-420E-B93E-0555157D8A81}" destId="{A3BF69EA-8A8B-4782-892F-1A5519C9CDA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355393-EEFE-4853-B00E-A368BE04EAC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F9B7AAF-6D9F-4352-81A5-AC3F6D753613}">
      <dgm:prSet/>
      <dgm:spPr/>
      <dgm:t>
        <a:bodyPr/>
        <a:lstStyle/>
        <a:p>
          <a:r>
            <a:rPr lang="en-US" b="0" i="0" baseline="0"/>
            <a:t>Investors struggle with timing decisions </a:t>
          </a:r>
          <a:endParaRPr lang="en-US"/>
        </a:p>
      </dgm:t>
    </dgm:pt>
    <dgm:pt modelId="{C3EBF4E9-4D41-4C33-8B3C-053B9B8B7F47}" type="parTrans" cxnId="{B83EBB73-ED83-47A9-BE26-48D57C01A8B3}">
      <dgm:prSet/>
      <dgm:spPr/>
      <dgm:t>
        <a:bodyPr/>
        <a:lstStyle/>
        <a:p>
          <a:endParaRPr lang="en-US"/>
        </a:p>
      </dgm:t>
    </dgm:pt>
    <dgm:pt modelId="{821C1643-8031-4010-9BFA-56B1CD263C0C}" type="sibTrans" cxnId="{B83EBB73-ED83-47A9-BE26-48D57C01A8B3}">
      <dgm:prSet/>
      <dgm:spPr/>
      <dgm:t>
        <a:bodyPr/>
        <a:lstStyle/>
        <a:p>
          <a:endParaRPr lang="en-US"/>
        </a:p>
      </dgm:t>
    </dgm:pt>
    <dgm:pt modelId="{60BC9CA4-A8C9-4CDF-8777-B6152B6D1269}">
      <dgm:prSet/>
      <dgm:spPr/>
      <dgm:t>
        <a:bodyPr/>
        <a:lstStyle/>
        <a:p>
          <a:r>
            <a:rPr lang="en-US" b="0" i="0" baseline="0"/>
            <a:t>High risk due to volatility </a:t>
          </a:r>
          <a:endParaRPr lang="en-US"/>
        </a:p>
      </dgm:t>
    </dgm:pt>
    <dgm:pt modelId="{FCA8C17C-7B49-42EB-B798-B0CD0C907324}" type="parTrans" cxnId="{23A8B644-913B-4C75-9966-275FB63F7A03}">
      <dgm:prSet/>
      <dgm:spPr/>
      <dgm:t>
        <a:bodyPr/>
        <a:lstStyle/>
        <a:p>
          <a:endParaRPr lang="en-US"/>
        </a:p>
      </dgm:t>
    </dgm:pt>
    <dgm:pt modelId="{927B8CCB-7A50-45B7-B066-697BF867D601}" type="sibTrans" cxnId="{23A8B644-913B-4C75-9966-275FB63F7A03}">
      <dgm:prSet/>
      <dgm:spPr/>
      <dgm:t>
        <a:bodyPr/>
        <a:lstStyle/>
        <a:p>
          <a:endParaRPr lang="en-US"/>
        </a:p>
      </dgm:t>
    </dgm:pt>
    <dgm:pt modelId="{68877480-BF61-41B3-84EF-0D61990D6968}">
      <dgm:prSet/>
      <dgm:spPr/>
      <dgm:t>
        <a:bodyPr/>
        <a:lstStyle/>
        <a:p>
          <a:r>
            <a:rPr lang="en-US" b="0" i="0" baseline="0"/>
            <a:t>Need better short-term forecasts </a:t>
          </a:r>
          <a:endParaRPr lang="en-US"/>
        </a:p>
      </dgm:t>
    </dgm:pt>
    <dgm:pt modelId="{49ADE5B8-3D9B-4D4D-ACB2-44ACFAB494B5}" type="parTrans" cxnId="{93FF1C32-66EA-44EA-9302-9FA6CCCD80B7}">
      <dgm:prSet/>
      <dgm:spPr/>
      <dgm:t>
        <a:bodyPr/>
        <a:lstStyle/>
        <a:p>
          <a:endParaRPr lang="en-US"/>
        </a:p>
      </dgm:t>
    </dgm:pt>
    <dgm:pt modelId="{55446D36-AE25-49A2-AB76-0FE1AA6A0506}" type="sibTrans" cxnId="{93FF1C32-66EA-44EA-9302-9FA6CCCD80B7}">
      <dgm:prSet/>
      <dgm:spPr/>
      <dgm:t>
        <a:bodyPr/>
        <a:lstStyle/>
        <a:p>
          <a:endParaRPr lang="en-US"/>
        </a:p>
      </dgm:t>
    </dgm:pt>
    <dgm:pt modelId="{3A7A3356-6B55-4455-A5E4-4BA25F47166A}" type="pres">
      <dgm:prSet presAssocID="{47355393-EEFE-4853-B00E-A368BE04EAC7}" presName="root" presStyleCnt="0">
        <dgm:presLayoutVars>
          <dgm:dir/>
          <dgm:resizeHandles val="exact"/>
        </dgm:presLayoutVars>
      </dgm:prSet>
      <dgm:spPr/>
    </dgm:pt>
    <dgm:pt modelId="{E4168A0B-8AFF-49EC-8371-EC3602B93F6D}" type="pres">
      <dgm:prSet presAssocID="{DF9B7AAF-6D9F-4352-81A5-AC3F6D753613}" presName="compNode" presStyleCnt="0"/>
      <dgm:spPr/>
    </dgm:pt>
    <dgm:pt modelId="{07CB738E-338F-40B3-8702-13900AF5E918}" type="pres">
      <dgm:prSet presAssocID="{DF9B7AAF-6D9F-4352-81A5-AC3F6D753613}" presName="bgRect" presStyleLbl="bgShp" presStyleIdx="0" presStyleCnt="3"/>
      <dgm:spPr/>
    </dgm:pt>
    <dgm:pt modelId="{A036ED34-D206-4A4F-AB79-C74CF7C1B634}" type="pres">
      <dgm:prSet presAssocID="{DF9B7AAF-6D9F-4352-81A5-AC3F6D75361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AEF8484-6231-4401-ACD6-533CA3886860}" type="pres">
      <dgm:prSet presAssocID="{DF9B7AAF-6D9F-4352-81A5-AC3F6D753613}" presName="spaceRect" presStyleCnt="0"/>
      <dgm:spPr/>
    </dgm:pt>
    <dgm:pt modelId="{477FB160-F254-4C71-A50A-D3ADCFE659E1}" type="pres">
      <dgm:prSet presAssocID="{DF9B7AAF-6D9F-4352-81A5-AC3F6D753613}" presName="parTx" presStyleLbl="revTx" presStyleIdx="0" presStyleCnt="3">
        <dgm:presLayoutVars>
          <dgm:chMax val="0"/>
          <dgm:chPref val="0"/>
        </dgm:presLayoutVars>
      </dgm:prSet>
      <dgm:spPr/>
    </dgm:pt>
    <dgm:pt modelId="{AFDD8F45-668C-4148-8201-AA9F7FBAF328}" type="pres">
      <dgm:prSet presAssocID="{821C1643-8031-4010-9BFA-56B1CD263C0C}" presName="sibTrans" presStyleCnt="0"/>
      <dgm:spPr/>
    </dgm:pt>
    <dgm:pt modelId="{CED6F5A5-2C71-4054-81B7-8CDF3B356481}" type="pres">
      <dgm:prSet presAssocID="{60BC9CA4-A8C9-4CDF-8777-B6152B6D1269}" presName="compNode" presStyleCnt="0"/>
      <dgm:spPr/>
    </dgm:pt>
    <dgm:pt modelId="{F864F238-C5F9-451F-9984-8C1C3AABF219}" type="pres">
      <dgm:prSet presAssocID="{60BC9CA4-A8C9-4CDF-8777-B6152B6D1269}" presName="bgRect" presStyleLbl="bgShp" presStyleIdx="1" presStyleCnt="3"/>
      <dgm:spPr/>
    </dgm:pt>
    <dgm:pt modelId="{1C168AD8-BEE3-4D0B-8CCD-35BB5D63EEBE}" type="pres">
      <dgm:prSet presAssocID="{60BC9CA4-A8C9-4CDF-8777-B6152B6D126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286EDA1-3EB9-4CD3-BD51-7676A996BA5C}" type="pres">
      <dgm:prSet presAssocID="{60BC9CA4-A8C9-4CDF-8777-B6152B6D1269}" presName="spaceRect" presStyleCnt="0"/>
      <dgm:spPr/>
    </dgm:pt>
    <dgm:pt modelId="{14C71D3C-CC93-41B6-9643-812B1702467A}" type="pres">
      <dgm:prSet presAssocID="{60BC9CA4-A8C9-4CDF-8777-B6152B6D1269}" presName="parTx" presStyleLbl="revTx" presStyleIdx="1" presStyleCnt="3">
        <dgm:presLayoutVars>
          <dgm:chMax val="0"/>
          <dgm:chPref val="0"/>
        </dgm:presLayoutVars>
      </dgm:prSet>
      <dgm:spPr/>
    </dgm:pt>
    <dgm:pt modelId="{ED3CE926-BEBD-4828-B69A-84C3A5CE5DB8}" type="pres">
      <dgm:prSet presAssocID="{927B8CCB-7A50-45B7-B066-697BF867D601}" presName="sibTrans" presStyleCnt="0"/>
      <dgm:spPr/>
    </dgm:pt>
    <dgm:pt modelId="{863FE49A-39AD-4991-980F-9ED91822CB60}" type="pres">
      <dgm:prSet presAssocID="{68877480-BF61-41B3-84EF-0D61990D6968}" presName="compNode" presStyleCnt="0"/>
      <dgm:spPr/>
    </dgm:pt>
    <dgm:pt modelId="{B9D2C9D2-14C1-4827-B55F-E505DFCCE925}" type="pres">
      <dgm:prSet presAssocID="{68877480-BF61-41B3-84EF-0D61990D6968}" presName="bgRect" presStyleLbl="bgShp" presStyleIdx="2" presStyleCnt="3"/>
      <dgm:spPr/>
    </dgm:pt>
    <dgm:pt modelId="{4F25284D-6FA1-4530-BCB0-F6AB6EA47EB5}" type="pres">
      <dgm:prSet presAssocID="{68877480-BF61-41B3-84EF-0D61990D696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602E0C8-78BE-4019-892A-9DCBA0B9CFAA}" type="pres">
      <dgm:prSet presAssocID="{68877480-BF61-41B3-84EF-0D61990D6968}" presName="spaceRect" presStyleCnt="0"/>
      <dgm:spPr/>
    </dgm:pt>
    <dgm:pt modelId="{4EE8CF61-4D9C-41ED-8AB4-A0FB290BF0C8}" type="pres">
      <dgm:prSet presAssocID="{68877480-BF61-41B3-84EF-0D61990D696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A8E4D12-12F6-4B91-9D84-5AD3E2D1A8E6}" type="presOf" srcId="{68877480-BF61-41B3-84EF-0D61990D6968}" destId="{4EE8CF61-4D9C-41ED-8AB4-A0FB290BF0C8}" srcOrd="0" destOrd="0" presId="urn:microsoft.com/office/officeart/2018/2/layout/IconVerticalSolidList"/>
    <dgm:cxn modelId="{93FF1C32-66EA-44EA-9302-9FA6CCCD80B7}" srcId="{47355393-EEFE-4853-B00E-A368BE04EAC7}" destId="{68877480-BF61-41B3-84EF-0D61990D6968}" srcOrd="2" destOrd="0" parTransId="{49ADE5B8-3D9B-4D4D-ACB2-44ACFAB494B5}" sibTransId="{55446D36-AE25-49A2-AB76-0FE1AA6A0506}"/>
    <dgm:cxn modelId="{23A8B644-913B-4C75-9966-275FB63F7A03}" srcId="{47355393-EEFE-4853-B00E-A368BE04EAC7}" destId="{60BC9CA4-A8C9-4CDF-8777-B6152B6D1269}" srcOrd="1" destOrd="0" parTransId="{FCA8C17C-7B49-42EB-B798-B0CD0C907324}" sibTransId="{927B8CCB-7A50-45B7-B066-697BF867D601}"/>
    <dgm:cxn modelId="{8D815F69-2EFF-4B60-A9A7-2CDD70F998E6}" type="presOf" srcId="{47355393-EEFE-4853-B00E-A368BE04EAC7}" destId="{3A7A3356-6B55-4455-A5E4-4BA25F47166A}" srcOrd="0" destOrd="0" presId="urn:microsoft.com/office/officeart/2018/2/layout/IconVerticalSolidList"/>
    <dgm:cxn modelId="{B83EBB73-ED83-47A9-BE26-48D57C01A8B3}" srcId="{47355393-EEFE-4853-B00E-A368BE04EAC7}" destId="{DF9B7AAF-6D9F-4352-81A5-AC3F6D753613}" srcOrd="0" destOrd="0" parTransId="{C3EBF4E9-4D41-4C33-8B3C-053B9B8B7F47}" sibTransId="{821C1643-8031-4010-9BFA-56B1CD263C0C}"/>
    <dgm:cxn modelId="{42ADF88E-F9BC-4D17-81CA-2A891F3F3F9A}" type="presOf" srcId="{DF9B7AAF-6D9F-4352-81A5-AC3F6D753613}" destId="{477FB160-F254-4C71-A50A-D3ADCFE659E1}" srcOrd="0" destOrd="0" presId="urn:microsoft.com/office/officeart/2018/2/layout/IconVerticalSolidList"/>
    <dgm:cxn modelId="{8BB87BCE-7510-400B-B738-85EF26267780}" type="presOf" srcId="{60BC9CA4-A8C9-4CDF-8777-B6152B6D1269}" destId="{14C71D3C-CC93-41B6-9643-812B1702467A}" srcOrd="0" destOrd="0" presId="urn:microsoft.com/office/officeart/2018/2/layout/IconVerticalSolidList"/>
    <dgm:cxn modelId="{3725E117-5414-4684-AC3C-34393BE8397B}" type="presParOf" srcId="{3A7A3356-6B55-4455-A5E4-4BA25F47166A}" destId="{E4168A0B-8AFF-49EC-8371-EC3602B93F6D}" srcOrd="0" destOrd="0" presId="urn:microsoft.com/office/officeart/2018/2/layout/IconVerticalSolidList"/>
    <dgm:cxn modelId="{0EFA964C-D5E0-4493-8ABA-F3BEB08C2589}" type="presParOf" srcId="{E4168A0B-8AFF-49EC-8371-EC3602B93F6D}" destId="{07CB738E-338F-40B3-8702-13900AF5E918}" srcOrd="0" destOrd="0" presId="urn:microsoft.com/office/officeart/2018/2/layout/IconVerticalSolidList"/>
    <dgm:cxn modelId="{A92954D5-6577-4B0F-965B-FFAC63B1E077}" type="presParOf" srcId="{E4168A0B-8AFF-49EC-8371-EC3602B93F6D}" destId="{A036ED34-D206-4A4F-AB79-C74CF7C1B634}" srcOrd="1" destOrd="0" presId="urn:microsoft.com/office/officeart/2018/2/layout/IconVerticalSolidList"/>
    <dgm:cxn modelId="{A783A779-8901-421A-A110-16CC7B3E3CFA}" type="presParOf" srcId="{E4168A0B-8AFF-49EC-8371-EC3602B93F6D}" destId="{3AEF8484-6231-4401-ACD6-533CA3886860}" srcOrd="2" destOrd="0" presId="urn:microsoft.com/office/officeart/2018/2/layout/IconVerticalSolidList"/>
    <dgm:cxn modelId="{37A44BD8-486A-4F45-955F-BCD23DFB01D0}" type="presParOf" srcId="{E4168A0B-8AFF-49EC-8371-EC3602B93F6D}" destId="{477FB160-F254-4C71-A50A-D3ADCFE659E1}" srcOrd="3" destOrd="0" presId="urn:microsoft.com/office/officeart/2018/2/layout/IconVerticalSolidList"/>
    <dgm:cxn modelId="{2041248B-C6CB-4182-BBBF-6F143587BE0A}" type="presParOf" srcId="{3A7A3356-6B55-4455-A5E4-4BA25F47166A}" destId="{AFDD8F45-668C-4148-8201-AA9F7FBAF328}" srcOrd="1" destOrd="0" presId="urn:microsoft.com/office/officeart/2018/2/layout/IconVerticalSolidList"/>
    <dgm:cxn modelId="{E8CB3BCE-1F78-46D7-A266-BAD0DA647C1C}" type="presParOf" srcId="{3A7A3356-6B55-4455-A5E4-4BA25F47166A}" destId="{CED6F5A5-2C71-4054-81B7-8CDF3B356481}" srcOrd="2" destOrd="0" presId="urn:microsoft.com/office/officeart/2018/2/layout/IconVerticalSolidList"/>
    <dgm:cxn modelId="{DFE328CC-2153-43B0-876C-9B21D46D686B}" type="presParOf" srcId="{CED6F5A5-2C71-4054-81B7-8CDF3B356481}" destId="{F864F238-C5F9-451F-9984-8C1C3AABF219}" srcOrd="0" destOrd="0" presId="urn:microsoft.com/office/officeart/2018/2/layout/IconVerticalSolidList"/>
    <dgm:cxn modelId="{3D0A3D82-D839-498E-A6BF-1B75175AE26A}" type="presParOf" srcId="{CED6F5A5-2C71-4054-81B7-8CDF3B356481}" destId="{1C168AD8-BEE3-4D0B-8CCD-35BB5D63EEBE}" srcOrd="1" destOrd="0" presId="urn:microsoft.com/office/officeart/2018/2/layout/IconVerticalSolidList"/>
    <dgm:cxn modelId="{3D0B87CF-9BAE-467E-9242-AB495D70F1D1}" type="presParOf" srcId="{CED6F5A5-2C71-4054-81B7-8CDF3B356481}" destId="{C286EDA1-3EB9-4CD3-BD51-7676A996BA5C}" srcOrd="2" destOrd="0" presId="urn:microsoft.com/office/officeart/2018/2/layout/IconVerticalSolidList"/>
    <dgm:cxn modelId="{F82BC463-6B0C-430D-AE57-A2BB85780B35}" type="presParOf" srcId="{CED6F5A5-2C71-4054-81B7-8CDF3B356481}" destId="{14C71D3C-CC93-41B6-9643-812B1702467A}" srcOrd="3" destOrd="0" presId="urn:microsoft.com/office/officeart/2018/2/layout/IconVerticalSolidList"/>
    <dgm:cxn modelId="{20C1F38A-636A-4F55-A981-50FDE2E963F1}" type="presParOf" srcId="{3A7A3356-6B55-4455-A5E4-4BA25F47166A}" destId="{ED3CE926-BEBD-4828-B69A-84C3A5CE5DB8}" srcOrd="3" destOrd="0" presId="urn:microsoft.com/office/officeart/2018/2/layout/IconVerticalSolidList"/>
    <dgm:cxn modelId="{55ECE802-B69C-464F-91DC-382C49127207}" type="presParOf" srcId="{3A7A3356-6B55-4455-A5E4-4BA25F47166A}" destId="{863FE49A-39AD-4991-980F-9ED91822CB60}" srcOrd="4" destOrd="0" presId="urn:microsoft.com/office/officeart/2018/2/layout/IconVerticalSolidList"/>
    <dgm:cxn modelId="{4BB7EB82-F0DE-4A8A-A5AB-34D9A21491C0}" type="presParOf" srcId="{863FE49A-39AD-4991-980F-9ED91822CB60}" destId="{B9D2C9D2-14C1-4827-B55F-E505DFCCE925}" srcOrd="0" destOrd="0" presId="urn:microsoft.com/office/officeart/2018/2/layout/IconVerticalSolidList"/>
    <dgm:cxn modelId="{0A7D40FB-3B57-468B-95AC-C703A5268044}" type="presParOf" srcId="{863FE49A-39AD-4991-980F-9ED91822CB60}" destId="{4F25284D-6FA1-4530-BCB0-F6AB6EA47EB5}" srcOrd="1" destOrd="0" presId="urn:microsoft.com/office/officeart/2018/2/layout/IconVerticalSolidList"/>
    <dgm:cxn modelId="{AD8614F5-3927-41FA-A08A-401BC67BAD17}" type="presParOf" srcId="{863FE49A-39AD-4991-980F-9ED91822CB60}" destId="{8602E0C8-78BE-4019-892A-9DCBA0B9CFAA}" srcOrd="2" destOrd="0" presId="urn:microsoft.com/office/officeart/2018/2/layout/IconVerticalSolidList"/>
    <dgm:cxn modelId="{622EFF4E-102D-4838-AA7D-8E39084568C9}" type="presParOf" srcId="{863FE49A-39AD-4991-980F-9ED91822CB60}" destId="{4EE8CF61-4D9C-41ED-8AB4-A0FB290BF0C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932BB1-AEEA-4A3F-934C-F3EBFDDB0BA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76CF836-0B25-416C-B21F-B995ED7607FC}">
      <dgm:prSet/>
      <dgm:spPr/>
      <dgm:t>
        <a:bodyPr/>
        <a:lstStyle/>
        <a:p>
          <a:pPr>
            <a:defRPr cap="all"/>
          </a:pPr>
          <a:r>
            <a:rPr lang="en-US" b="0" i="0" baseline="0"/>
            <a:t>Source: Kaggle dataset </a:t>
          </a:r>
          <a:endParaRPr lang="en-US"/>
        </a:p>
      </dgm:t>
    </dgm:pt>
    <dgm:pt modelId="{DC4ED09F-56A7-4C3E-A35B-79250EEF54BD}" type="parTrans" cxnId="{1B12DF80-1759-4C51-A7A1-3978217E3B03}">
      <dgm:prSet/>
      <dgm:spPr/>
      <dgm:t>
        <a:bodyPr/>
        <a:lstStyle/>
        <a:p>
          <a:endParaRPr lang="en-US"/>
        </a:p>
      </dgm:t>
    </dgm:pt>
    <dgm:pt modelId="{C27EB3CD-92CE-492B-92DF-8A6FDD8CB782}" type="sibTrans" cxnId="{1B12DF80-1759-4C51-A7A1-3978217E3B03}">
      <dgm:prSet/>
      <dgm:spPr/>
      <dgm:t>
        <a:bodyPr/>
        <a:lstStyle/>
        <a:p>
          <a:endParaRPr lang="en-US"/>
        </a:p>
      </dgm:t>
    </dgm:pt>
    <dgm:pt modelId="{71F4D7FF-86C9-4609-94B2-BBADE2F47609}">
      <dgm:prSet/>
      <dgm:spPr/>
      <dgm:t>
        <a:bodyPr/>
        <a:lstStyle/>
        <a:p>
          <a:pPr>
            <a:defRPr cap="all"/>
          </a:pPr>
          <a:r>
            <a:rPr lang="en-US" b="0" i="0" baseline="0"/>
            <a:t>Period: 2014–2023 </a:t>
          </a:r>
          <a:endParaRPr lang="en-US"/>
        </a:p>
      </dgm:t>
    </dgm:pt>
    <dgm:pt modelId="{26FE61AA-E4C1-4FB0-A6C5-4B153147A493}" type="parTrans" cxnId="{FD193A6C-D2E1-4BBC-A0EB-089FD2F3F30A}">
      <dgm:prSet/>
      <dgm:spPr/>
      <dgm:t>
        <a:bodyPr/>
        <a:lstStyle/>
        <a:p>
          <a:endParaRPr lang="en-US"/>
        </a:p>
      </dgm:t>
    </dgm:pt>
    <dgm:pt modelId="{430C8F69-3EAC-4D2F-BC9B-74D156136264}" type="sibTrans" cxnId="{FD193A6C-D2E1-4BBC-A0EB-089FD2F3F30A}">
      <dgm:prSet/>
      <dgm:spPr/>
      <dgm:t>
        <a:bodyPr/>
        <a:lstStyle/>
        <a:p>
          <a:endParaRPr lang="en-US"/>
        </a:p>
      </dgm:t>
    </dgm:pt>
    <dgm:pt modelId="{7A077498-D269-4206-8E6F-2E9972D82763}">
      <dgm:prSet/>
      <dgm:spPr/>
      <dgm:t>
        <a:bodyPr/>
        <a:lstStyle/>
        <a:p>
          <a:pPr>
            <a:defRPr cap="all"/>
          </a:pPr>
          <a:r>
            <a:rPr lang="en-US" b="0" i="0" baseline="0"/>
            <a:t>Daily observations </a:t>
          </a:r>
          <a:endParaRPr lang="en-US"/>
        </a:p>
      </dgm:t>
    </dgm:pt>
    <dgm:pt modelId="{B7828F1A-C178-4221-B276-B8498BD9B05B}" type="parTrans" cxnId="{7A46633D-99A7-4B2C-BF3F-730E60F3A2CF}">
      <dgm:prSet/>
      <dgm:spPr/>
      <dgm:t>
        <a:bodyPr/>
        <a:lstStyle/>
        <a:p>
          <a:endParaRPr lang="en-US"/>
        </a:p>
      </dgm:t>
    </dgm:pt>
    <dgm:pt modelId="{99C8D478-2960-4CEC-AEB1-47DB73803888}" type="sibTrans" cxnId="{7A46633D-99A7-4B2C-BF3F-730E60F3A2CF}">
      <dgm:prSet/>
      <dgm:spPr/>
      <dgm:t>
        <a:bodyPr/>
        <a:lstStyle/>
        <a:p>
          <a:endParaRPr lang="en-US"/>
        </a:p>
      </dgm:t>
    </dgm:pt>
    <dgm:pt modelId="{F8C2F761-78A9-4587-AAC7-95E007883C52}" type="pres">
      <dgm:prSet presAssocID="{64932BB1-AEEA-4A3F-934C-F3EBFDDB0BA0}" presName="root" presStyleCnt="0">
        <dgm:presLayoutVars>
          <dgm:dir/>
          <dgm:resizeHandles val="exact"/>
        </dgm:presLayoutVars>
      </dgm:prSet>
      <dgm:spPr/>
    </dgm:pt>
    <dgm:pt modelId="{C6166ECA-E917-4703-A92D-05212DF5ED40}" type="pres">
      <dgm:prSet presAssocID="{F76CF836-0B25-416C-B21F-B995ED7607FC}" presName="compNode" presStyleCnt="0"/>
      <dgm:spPr/>
    </dgm:pt>
    <dgm:pt modelId="{B84664BD-0CB6-440B-9A7D-9F99272E4764}" type="pres">
      <dgm:prSet presAssocID="{F76CF836-0B25-416C-B21F-B995ED7607FC}" presName="iconBgRect" presStyleLbl="bgShp" presStyleIdx="0" presStyleCnt="3"/>
      <dgm:spPr/>
    </dgm:pt>
    <dgm:pt modelId="{DD183ED6-605A-415F-9B1F-E42E8F932D9C}" type="pres">
      <dgm:prSet presAssocID="{F76CF836-0B25-416C-B21F-B995ED7607F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E649A3A-701F-41B1-839C-A3CA2CF1C02A}" type="pres">
      <dgm:prSet presAssocID="{F76CF836-0B25-416C-B21F-B995ED7607FC}" presName="spaceRect" presStyleCnt="0"/>
      <dgm:spPr/>
    </dgm:pt>
    <dgm:pt modelId="{99CCC611-9802-4C66-869C-031F3FBDFAAA}" type="pres">
      <dgm:prSet presAssocID="{F76CF836-0B25-416C-B21F-B995ED7607FC}" presName="textRect" presStyleLbl="revTx" presStyleIdx="0" presStyleCnt="3">
        <dgm:presLayoutVars>
          <dgm:chMax val="1"/>
          <dgm:chPref val="1"/>
        </dgm:presLayoutVars>
      </dgm:prSet>
      <dgm:spPr/>
    </dgm:pt>
    <dgm:pt modelId="{4FD211D7-8F3A-4B98-A8BB-AB122AAD143E}" type="pres">
      <dgm:prSet presAssocID="{C27EB3CD-92CE-492B-92DF-8A6FDD8CB782}" presName="sibTrans" presStyleCnt="0"/>
      <dgm:spPr/>
    </dgm:pt>
    <dgm:pt modelId="{C369605F-6414-48E3-A504-3D74E1EAC2EF}" type="pres">
      <dgm:prSet presAssocID="{71F4D7FF-86C9-4609-94B2-BBADE2F47609}" presName="compNode" presStyleCnt="0"/>
      <dgm:spPr/>
    </dgm:pt>
    <dgm:pt modelId="{5CA3A452-7CAD-420C-94B7-DB1BBBDB9042}" type="pres">
      <dgm:prSet presAssocID="{71F4D7FF-86C9-4609-94B2-BBADE2F47609}" presName="iconBgRect" presStyleLbl="bgShp" presStyleIdx="1" presStyleCnt="3"/>
      <dgm:spPr/>
    </dgm:pt>
    <dgm:pt modelId="{BFE55435-363B-4B6C-9307-7E3F67E80B75}" type="pres">
      <dgm:prSet presAssocID="{71F4D7FF-86C9-4609-94B2-BBADE2F4760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35E3BF8E-83C7-4DF8-AB39-CFE3BC9BE6EB}" type="pres">
      <dgm:prSet presAssocID="{71F4D7FF-86C9-4609-94B2-BBADE2F47609}" presName="spaceRect" presStyleCnt="0"/>
      <dgm:spPr/>
    </dgm:pt>
    <dgm:pt modelId="{EA39B187-3DB2-4D0A-AB39-CFF814641D09}" type="pres">
      <dgm:prSet presAssocID="{71F4D7FF-86C9-4609-94B2-BBADE2F47609}" presName="textRect" presStyleLbl="revTx" presStyleIdx="1" presStyleCnt="3">
        <dgm:presLayoutVars>
          <dgm:chMax val="1"/>
          <dgm:chPref val="1"/>
        </dgm:presLayoutVars>
      </dgm:prSet>
      <dgm:spPr/>
    </dgm:pt>
    <dgm:pt modelId="{82D801F7-4389-43A2-A85D-C1E9A2944925}" type="pres">
      <dgm:prSet presAssocID="{430C8F69-3EAC-4D2F-BC9B-74D156136264}" presName="sibTrans" presStyleCnt="0"/>
      <dgm:spPr/>
    </dgm:pt>
    <dgm:pt modelId="{D36B425E-1F1F-4EDD-A65E-A05CCC315399}" type="pres">
      <dgm:prSet presAssocID="{7A077498-D269-4206-8E6F-2E9972D82763}" presName="compNode" presStyleCnt="0"/>
      <dgm:spPr/>
    </dgm:pt>
    <dgm:pt modelId="{6CCC2C53-BDB1-452D-8005-714866A117D8}" type="pres">
      <dgm:prSet presAssocID="{7A077498-D269-4206-8E6F-2E9972D82763}" presName="iconBgRect" presStyleLbl="bgShp" presStyleIdx="2" presStyleCnt="3"/>
      <dgm:spPr/>
    </dgm:pt>
    <dgm:pt modelId="{2169F227-9361-4ADC-846E-3E7AD6D6FD1D}" type="pres">
      <dgm:prSet presAssocID="{7A077498-D269-4206-8E6F-2E9972D8276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8C5E8637-0A28-40CE-9D86-E166663EE749}" type="pres">
      <dgm:prSet presAssocID="{7A077498-D269-4206-8E6F-2E9972D82763}" presName="spaceRect" presStyleCnt="0"/>
      <dgm:spPr/>
    </dgm:pt>
    <dgm:pt modelId="{1C1A8D05-F34D-4AEA-BA30-8FF7F58535F5}" type="pres">
      <dgm:prSet presAssocID="{7A077498-D269-4206-8E6F-2E9972D8276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2FF262E-9FDD-4CBF-B17C-D757A5A4319D}" type="presOf" srcId="{71F4D7FF-86C9-4609-94B2-BBADE2F47609}" destId="{EA39B187-3DB2-4D0A-AB39-CFF814641D09}" srcOrd="0" destOrd="0" presId="urn:microsoft.com/office/officeart/2018/5/layout/IconCircleLabelList"/>
    <dgm:cxn modelId="{7A46633D-99A7-4B2C-BF3F-730E60F3A2CF}" srcId="{64932BB1-AEEA-4A3F-934C-F3EBFDDB0BA0}" destId="{7A077498-D269-4206-8E6F-2E9972D82763}" srcOrd="2" destOrd="0" parTransId="{B7828F1A-C178-4221-B276-B8498BD9B05B}" sibTransId="{99C8D478-2960-4CEC-AEB1-47DB73803888}"/>
    <dgm:cxn modelId="{75CB304B-7909-4A14-AEC6-79BFEE391660}" type="presOf" srcId="{F76CF836-0B25-416C-B21F-B995ED7607FC}" destId="{99CCC611-9802-4C66-869C-031F3FBDFAAA}" srcOrd="0" destOrd="0" presId="urn:microsoft.com/office/officeart/2018/5/layout/IconCircleLabelList"/>
    <dgm:cxn modelId="{FD193A6C-D2E1-4BBC-A0EB-089FD2F3F30A}" srcId="{64932BB1-AEEA-4A3F-934C-F3EBFDDB0BA0}" destId="{71F4D7FF-86C9-4609-94B2-BBADE2F47609}" srcOrd="1" destOrd="0" parTransId="{26FE61AA-E4C1-4FB0-A6C5-4B153147A493}" sibTransId="{430C8F69-3EAC-4D2F-BC9B-74D156136264}"/>
    <dgm:cxn modelId="{87151656-4C25-474B-82A0-543901948025}" type="presOf" srcId="{64932BB1-AEEA-4A3F-934C-F3EBFDDB0BA0}" destId="{F8C2F761-78A9-4587-AAC7-95E007883C52}" srcOrd="0" destOrd="0" presId="urn:microsoft.com/office/officeart/2018/5/layout/IconCircleLabelList"/>
    <dgm:cxn modelId="{1B12DF80-1759-4C51-A7A1-3978217E3B03}" srcId="{64932BB1-AEEA-4A3F-934C-F3EBFDDB0BA0}" destId="{F76CF836-0B25-416C-B21F-B995ED7607FC}" srcOrd="0" destOrd="0" parTransId="{DC4ED09F-56A7-4C3E-A35B-79250EEF54BD}" sibTransId="{C27EB3CD-92CE-492B-92DF-8A6FDD8CB782}"/>
    <dgm:cxn modelId="{6BFBB1AF-C3A6-4C29-B311-519B7FAE5866}" type="presOf" srcId="{7A077498-D269-4206-8E6F-2E9972D82763}" destId="{1C1A8D05-F34D-4AEA-BA30-8FF7F58535F5}" srcOrd="0" destOrd="0" presId="urn:microsoft.com/office/officeart/2018/5/layout/IconCircleLabelList"/>
    <dgm:cxn modelId="{5BC5305C-1AC8-4D1C-8E4F-02886246614D}" type="presParOf" srcId="{F8C2F761-78A9-4587-AAC7-95E007883C52}" destId="{C6166ECA-E917-4703-A92D-05212DF5ED40}" srcOrd="0" destOrd="0" presId="urn:microsoft.com/office/officeart/2018/5/layout/IconCircleLabelList"/>
    <dgm:cxn modelId="{7A6532B0-54CB-4412-9183-AA8A3D560D9A}" type="presParOf" srcId="{C6166ECA-E917-4703-A92D-05212DF5ED40}" destId="{B84664BD-0CB6-440B-9A7D-9F99272E4764}" srcOrd="0" destOrd="0" presId="urn:microsoft.com/office/officeart/2018/5/layout/IconCircleLabelList"/>
    <dgm:cxn modelId="{698A37B1-3E22-43CA-BF5C-E8725E8E8FF0}" type="presParOf" srcId="{C6166ECA-E917-4703-A92D-05212DF5ED40}" destId="{DD183ED6-605A-415F-9B1F-E42E8F932D9C}" srcOrd="1" destOrd="0" presId="urn:microsoft.com/office/officeart/2018/5/layout/IconCircleLabelList"/>
    <dgm:cxn modelId="{BAC40C2A-695D-4179-BE46-B82C70EB5EEE}" type="presParOf" srcId="{C6166ECA-E917-4703-A92D-05212DF5ED40}" destId="{8E649A3A-701F-41B1-839C-A3CA2CF1C02A}" srcOrd="2" destOrd="0" presId="urn:microsoft.com/office/officeart/2018/5/layout/IconCircleLabelList"/>
    <dgm:cxn modelId="{132DC61D-1731-45F5-9FB8-0CDBB44903B1}" type="presParOf" srcId="{C6166ECA-E917-4703-A92D-05212DF5ED40}" destId="{99CCC611-9802-4C66-869C-031F3FBDFAAA}" srcOrd="3" destOrd="0" presId="urn:microsoft.com/office/officeart/2018/5/layout/IconCircleLabelList"/>
    <dgm:cxn modelId="{0EA823B6-3DC8-4A13-98AF-C0AEEFCDF4D9}" type="presParOf" srcId="{F8C2F761-78A9-4587-AAC7-95E007883C52}" destId="{4FD211D7-8F3A-4B98-A8BB-AB122AAD143E}" srcOrd="1" destOrd="0" presId="urn:microsoft.com/office/officeart/2018/5/layout/IconCircleLabelList"/>
    <dgm:cxn modelId="{43229E7D-8900-4CF7-A899-E660EBCD7430}" type="presParOf" srcId="{F8C2F761-78A9-4587-AAC7-95E007883C52}" destId="{C369605F-6414-48E3-A504-3D74E1EAC2EF}" srcOrd="2" destOrd="0" presId="urn:microsoft.com/office/officeart/2018/5/layout/IconCircleLabelList"/>
    <dgm:cxn modelId="{444DB6E4-C1D4-4984-BBE6-5704068B44A0}" type="presParOf" srcId="{C369605F-6414-48E3-A504-3D74E1EAC2EF}" destId="{5CA3A452-7CAD-420C-94B7-DB1BBBDB9042}" srcOrd="0" destOrd="0" presId="urn:microsoft.com/office/officeart/2018/5/layout/IconCircleLabelList"/>
    <dgm:cxn modelId="{69F187EC-38F9-42BB-AC2A-F210E3615F67}" type="presParOf" srcId="{C369605F-6414-48E3-A504-3D74E1EAC2EF}" destId="{BFE55435-363B-4B6C-9307-7E3F67E80B75}" srcOrd="1" destOrd="0" presId="urn:microsoft.com/office/officeart/2018/5/layout/IconCircleLabelList"/>
    <dgm:cxn modelId="{2FC7A296-4D68-4980-9297-2E5253751718}" type="presParOf" srcId="{C369605F-6414-48E3-A504-3D74E1EAC2EF}" destId="{35E3BF8E-83C7-4DF8-AB39-CFE3BC9BE6EB}" srcOrd="2" destOrd="0" presId="urn:microsoft.com/office/officeart/2018/5/layout/IconCircleLabelList"/>
    <dgm:cxn modelId="{B1997E8A-9B1B-4400-860D-54D8AE846A25}" type="presParOf" srcId="{C369605F-6414-48E3-A504-3D74E1EAC2EF}" destId="{EA39B187-3DB2-4D0A-AB39-CFF814641D09}" srcOrd="3" destOrd="0" presId="urn:microsoft.com/office/officeart/2018/5/layout/IconCircleLabelList"/>
    <dgm:cxn modelId="{C4010070-C4A1-4C4A-B2EF-3B2243EADBE9}" type="presParOf" srcId="{F8C2F761-78A9-4587-AAC7-95E007883C52}" destId="{82D801F7-4389-43A2-A85D-C1E9A2944925}" srcOrd="3" destOrd="0" presId="urn:microsoft.com/office/officeart/2018/5/layout/IconCircleLabelList"/>
    <dgm:cxn modelId="{F5FFDAF0-92DE-4EEE-A5B4-C7604067FF49}" type="presParOf" srcId="{F8C2F761-78A9-4587-AAC7-95E007883C52}" destId="{D36B425E-1F1F-4EDD-A65E-A05CCC315399}" srcOrd="4" destOrd="0" presId="urn:microsoft.com/office/officeart/2018/5/layout/IconCircleLabelList"/>
    <dgm:cxn modelId="{9236FD05-1E7C-4AD4-9C0B-EAEFE99D0FDA}" type="presParOf" srcId="{D36B425E-1F1F-4EDD-A65E-A05CCC315399}" destId="{6CCC2C53-BDB1-452D-8005-714866A117D8}" srcOrd="0" destOrd="0" presId="urn:microsoft.com/office/officeart/2018/5/layout/IconCircleLabelList"/>
    <dgm:cxn modelId="{C7DE8BA2-7182-4A1E-BB8F-3634C095BC3D}" type="presParOf" srcId="{D36B425E-1F1F-4EDD-A65E-A05CCC315399}" destId="{2169F227-9361-4ADC-846E-3E7AD6D6FD1D}" srcOrd="1" destOrd="0" presId="urn:microsoft.com/office/officeart/2018/5/layout/IconCircleLabelList"/>
    <dgm:cxn modelId="{91D81656-F8E3-4737-B7D3-03BA4EFC1A20}" type="presParOf" srcId="{D36B425E-1F1F-4EDD-A65E-A05CCC315399}" destId="{8C5E8637-0A28-40CE-9D86-E166663EE749}" srcOrd="2" destOrd="0" presId="urn:microsoft.com/office/officeart/2018/5/layout/IconCircleLabelList"/>
    <dgm:cxn modelId="{5F567428-30E9-4CC1-897F-CC2D60B7EC38}" type="presParOf" srcId="{D36B425E-1F1F-4EDD-A65E-A05CCC315399}" destId="{1C1A8D05-F34D-4AEA-BA30-8FF7F58535F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1638A5-6C60-436A-9225-D2AABCFE0DEB}" type="doc">
      <dgm:prSet loTypeId="urn:microsoft.com/office/officeart/2005/8/layout/cycle6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FEDF6AF-DE8B-47DC-8A14-B710CF030B40}">
      <dgm:prSet/>
      <dgm:spPr/>
      <dgm:t>
        <a:bodyPr/>
        <a:lstStyle/>
        <a:p>
          <a:r>
            <a:rPr lang="en-US" b="0" i="0" baseline="0"/>
            <a:t>ADF test result </a:t>
          </a:r>
          <a:endParaRPr lang="en-US"/>
        </a:p>
      </dgm:t>
    </dgm:pt>
    <dgm:pt modelId="{96B6C49E-9B97-4031-A8DF-04A19B2D185B}" type="parTrans" cxnId="{8D2B2CBD-3296-471D-A4FC-46D8C167910D}">
      <dgm:prSet/>
      <dgm:spPr/>
      <dgm:t>
        <a:bodyPr/>
        <a:lstStyle/>
        <a:p>
          <a:endParaRPr lang="en-US"/>
        </a:p>
      </dgm:t>
    </dgm:pt>
    <dgm:pt modelId="{CE87B9D9-5CCD-4AB3-A1AB-AD9680066D80}" type="sibTrans" cxnId="{8D2B2CBD-3296-471D-A4FC-46D8C167910D}">
      <dgm:prSet/>
      <dgm:spPr/>
      <dgm:t>
        <a:bodyPr/>
        <a:lstStyle/>
        <a:p>
          <a:endParaRPr lang="en-US"/>
        </a:p>
      </dgm:t>
    </dgm:pt>
    <dgm:pt modelId="{9995453C-C12F-495E-8AEF-8D1C5109F277}">
      <dgm:prSet/>
      <dgm:spPr/>
      <dgm:t>
        <a:bodyPr/>
        <a:lstStyle/>
        <a:p>
          <a:r>
            <a:rPr lang="en-US" b="0" i="0" baseline="0"/>
            <a:t>Non-stationary → stationary after differencing </a:t>
          </a:r>
          <a:endParaRPr lang="en-US"/>
        </a:p>
      </dgm:t>
    </dgm:pt>
    <dgm:pt modelId="{08C86342-59E1-41A6-8A5D-1CAEC32F98AB}" type="parTrans" cxnId="{C2053C5A-0868-42FB-A21C-B7684C64CC2B}">
      <dgm:prSet/>
      <dgm:spPr/>
      <dgm:t>
        <a:bodyPr/>
        <a:lstStyle/>
        <a:p>
          <a:endParaRPr lang="en-US"/>
        </a:p>
      </dgm:t>
    </dgm:pt>
    <dgm:pt modelId="{BA995A88-CF5D-4D20-AB91-63A2FD69D782}" type="sibTrans" cxnId="{C2053C5A-0868-42FB-A21C-B7684C64CC2B}">
      <dgm:prSet/>
      <dgm:spPr/>
      <dgm:t>
        <a:bodyPr/>
        <a:lstStyle/>
        <a:p>
          <a:endParaRPr lang="en-US"/>
        </a:p>
      </dgm:t>
    </dgm:pt>
    <dgm:pt modelId="{ACC6FACA-2674-4603-9EB4-EA0850A346B3}" type="pres">
      <dgm:prSet presAssocID="{2C1638A5-6C60-436A-9225-D2AABCFE0DEB}" presName="cycle" presStyleCnt="0">
        <dgm:presLayoutVars>
          <dgm:dir/>
          <dgm:resizeHandles val="exact"/>
        </dgm:presLayoutVars>
      </dgm:prSet>
      <dgm:spPr/>
    </dgm:pt>
    <dgm:pt modelId="{C3BC11A3-2EB6-4734-80A6-C675F8A0D368}" type="pres">
      <dgm:prSet presAssocID="{5FEDF6AF-DE8B-47DC-8A14-B710CF030B40}" presName="node" presStyleLbl="node1" presStyleIdx="0" presStyleCnt="2">
        <dgm:presLayoutVars>
          <dgm:bulletEnabled val="1"/>
        </dgm:presLayoutVars>
      </dgm:prSet>
      <dgm:spPr/>
    </dgm:pt>
    <dgm:pt modelId="{A05EC1F4-2716-4FA0-B89E-2912310551A7}" type="pres">
      <dgm:prSet presAssocID="{5FEDF6AF-DE8B-47DC-8A14-B710CF030B40}" presName="spNode" presStyleCnt="0"/>
      <dgm:spPr/>
    </dgm:pt>
    <dgm:pt modelId="{1F678174-447F-4854-B0AF-B1B1E92C8AB2}" type="pres">
      <dgm:prSet presAssocID="{CE87B9D9-5CCD-4AB3-A1AB-AD9680066D80}" presName="sibTrans" presStyleLbl="sibTrans1D1" presStyleIdx="0" presStyleCnt="2"/>
      <dgm:spPr/>
    </dgm:pt>
    <dgm:pt modelId="{BD8F7A47-46C1-490F-B5C5-431BEB7869E1}" type="pres">
      <dgm:prSet presAssocID="{9995453C-C12F-495E-8AEF-8D1C5109F277}" presName="node" presStyleLbl="node1" presStyleIdx="1" presStyleCnt="2">
        <dgm:presLayoutVars>
          <dgm:bulletEnabled val="1"/>
        </dgm:presLayoutVars>
      </dgm:prSet>
      <dgm:spPr/>
    </dgm:pt>
    <dgm:pt modelId="{C515400F-7CD9-4630-BFED-51E9B9F21F12}" type="pres">
      <dgm:prSet presAssocID="{9995453C-C12F-495E-8AEF-8D1C5109F277}" presName="spNode" presStyleCnt="0"/>
      <dgm:spPr/>
    </dgm:pt>
    <dgm:pt modelId="{B1A63EE4-BEB5-49EB-96BC-4BC8D851A2F0}" type="pres">
      <dgm:prSet presAssocID="{BA995A88-CF5D-4D20-AB91-63A2FD69D782}" presName="sibTrans" presStyleLbl="sibTrans1D1" presStyleIdx="1" presStyleCnt="2"/>
      <dgm:spPr/>
    </dgm:pt>
  </dgm:ptLst>
  <dgm:cxnLst>
    <dgm:cxn modelId="{C2053C5A-0868-42FB-A21C-B7684C64CC2B}" srcId="{2C1638A5-6C60-436A-9225-D2AABCFE0DEB}" destId="{9995453C-C12F-495E-8AEF-8D1C5109F277}" srcOrd="1" destOrd="0" parTransId="{08C86342-59E1-41A6-8A5D-1CAEC32F98AB}" sibTransId="{BA995A88-CF5D-4D20-AB91-63A2FD69D782}"/>
    <dgm:cxn modelId="{EB1737A2-1168-4E4B-BDFE-DD64CFF52378}" type="presOf" srcId="{BA995A88-CF5D-4D20-AB91-63A2FD69D782}" destId="{B1A63EE4-BEB5-49EB-96BC-4BC8D851A2F0}" srcOrd="0" destOrd="0" presId="urn:microsoft.com/office/officeart/2005/8/layout/cycle6"/>
    <dgm:cxn modelId="{A890EBA4-178D-47E0-BADB-FF114866222E}" type="presOf" srcId="{9995453C-C12F-495E-8AEF-8D1C5109F277}" destId="{BD8F7A47-46C1-490F-B5C5-431BEB7869E1}" srcOrd="0" destOrd="0" presId="urn:microsoft.com/office/officeart/2005/8/layout/cycle6"/>
    <dgm:cxn modelId="{971F74AE-054F-46FD-BF68-4782DF44334F}" type="presOf" srcId="{CE87B9D9-5CCD-4AB3-A1AB-AD9680066D80}" destId="{1F678174-447F-4854-B0AF-B1B1E92C8AB2}" srcOrd="0" destOrd="0" presId="urn:microsoft.com/office/officeart/2005/8/layout/cycle6"/>
    <dgm:cxn modelId="{8D2B2CBD-3296-471D-A4FC-46D8C167910D}" srcId="{2C1638A5-6C60-436A-9225-D2AABCFE0DEB}" destId="{5FEDF6AF-DE8B-47DC-8A14-B710CF030B40}" srcOrd="0" destOrd="0" parTransId="{96B6C49E-9B97-4031-A8DF-04A19B2D185B}" sibTransId="{CE87B9D9-5CCD-4AB3-A1AB-AD9680066D80}"/>
    <dgm:cxn modelId="{147431DB-2626-4827-9D6A-F86F84E28C84}" type="presOf" srcId="{2C1638A5-6C60-436A-9225-D2AABCFE0DEB}" destId="{ACC6FACA-2674-4603-9EB4-EA0850A346B3}" srcOrd="0" destOrd="0" presId="urn:microsoft.com/office/officeart/2005/8/layout/cycle6"/>
    <dgm:cxn modelId="{B81550DC-57DB-4616-83E4-FB88FD9A7647}" type="presOf" srcId="{5FEDF6AF-DE8B-47DC-8A14-B710CF030B40}" destId="{C3BC11A3-2EB6-4734-80A6-C675F8A0D368}" srcOrd="0" destOrd="0" presId="urn:microsoft.com/office/officeart/2005/8/layout/cycle6"/>
    <dgm:cxn modelId="{294475D5-6985-4A7E-9B31-CAFAB866A5E4}" type="presParOf" srcId="{ACC6FACA-2674-4603-9EB4-EA0850A346B3}" destId="{C3BC11A3-2EB6-4734-80A6-C675F8A0D368}" srcOrd="0" destOrd="0" presId="urn:microsoft.com/office/officeart/2005/8/layout/cycle6"/>
    <dgm:cxn modelId="{A2E210E2-4A58-45F2-99F5-72907F4E5BF4}" type="presParOf" srcId="{ACC6FACA-2674-4603-9EB4-EA0850A346B3}" destId="{A05EC1F4-2716-4FA0-B89E-2912310551A7}" srcOrd="1" destOrd="0" presId="urn:microsoft.com/office/officeart/2005/8/layout/cycle6"/>
    <dgm:cxn modelId="{BD4FD146-9802-4F59-935E-D389F1A36F3A}" type="presParOf" srcId="{ACC6FACA-2674-4603-9EB4-EA0850A346B3}" destId="{1F678174-447F-4854-B0AF-B1B1E92C8AB2}" srcOrd="2" destOrd="0" presId="urn:microsoft.com/office/officeart/2005/8/layout/cycle6"/>
    <dgm:cxn modelId="{DE1BBA15-1946-4FD2-AD0D-6326B3559334}" type="presParOf" srcId="{ACC6FACA-2674-4603-9EB4-EA0850A346B3}" destId="{BD8F7A47-46C1-490F-B5C5-431BEB7869E1}" srcOrd="3" destOrd="0" presId="urn:microsoft.com/office/officeart/2005/8/layout/cycle6"/>
    <dgm:cxn modelId="{208F601E-098C-4876-974F-39F96148E159}" type="presParOf" srcId="{ACC6FACA-2674-4603-9EB4-EA0850A346B3}" destId="{C515400F-7CD9-4630-BFED-51E9B9F21F12}" srcOrd="4" destOrd="0" presId="urn:microsoft.com/office/officeart/2005/8/layout/cycle6"/>
    <dgm:cxn modelId="{8080FA8D-C28A-49F6-ABD0-143839A32DE6}" type="presParOf" srcId="{ACC6FACA-2674-4603-9EB4-EA0850A346B3}" destId="{B1A63EE4-BEB5-49EB-96BC-4BC8D851A2F0}" srcOrd="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9BE731A-2773-4DF0-9F9D-1419658E597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C8E1F5-E58D-49B2-9FFF-14404D9DAD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 err="1"/>
            <a:t>auto.arima</a:t>
          </a:r>
          <a:r>
            <a:rPr lang="en-US" b="0" i="0" baseline="0" dirty="0"/>
            <a:t>() </a:t>
          </a:r>
          <a:endParaRPr lang="en-US" dirty="0"/>
        </a:p>
      </dgm:t>
    </dgm:pt>
    <dgm:pt modelId="{FD105DE8-AFB2-4996-96D9-3361B4B068C0}" type="parTrans" cxnId="{FB63CA13-CDD9-45E4-9895-1C9AE0C7676A}">
      <dgm:prSet/>
      <dgm:spPr/>
      <dgm:t>
        <a:bodyPr/>
        <a:lstStyle/>
        <a:p>
          <a:endParaRPr lang="en-US"/>
        </a:p>
      </dgm:t>
    </dgm:pt>
    <dgm:pt modelId="{533484F0-93B2-4DB0-96FA-5F6BA8817A00}" type="sibTrans" cxnId="{FB63CA13-CDD9-45E4-9895-1C9AE0C767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378D82A-965F-4DCA-B64F-3BF09F8E15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Parameters: p, d, q </a:t>
          </a:r>
          <a:endParaRPr lang="en-US"/>
        </a:p>
      </dgm:t>
    </dgm:pt>
    <dgm:pt modelId="{45F3475F-AADF-4E3C-9511-D4A77A272179}" type="parTrans" cxnId="{2F1E9FD2-D219-4EEF-B910-1758D2201984}">
      <dgm:prSet/>
      <dgm:spPr/>
      <dgm:t>
        <a:bodyPr/>
        <a:lstStyle/>
        <a:p>
          <a:endParaRPr lang="en-US"/>
        </a:p>
      </dgm:t>
    </dgm:pt>
    <dgm:pt modelId="{0649541D-64C8-49E6-A9D0-B40EDDED8471}" type="sibTrans" cxnId="{2F1E9FD2-D219-4EEF-B910-1758D220198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9D680C2-ABF4-443F-9F9A-10468FE92A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AIC optimization </a:t>
          </a:r>
          <a:endParaRPr lang="en-US"/>
        </a:p>
      </dgm:t>
    </dgm:pt>
    <dgm:pt modelId="{D46E1369-10F9-418B-A394-53AC10152134}" type="parTrans" cxnId="{318A9ED9-3639-4239-B769-4173F723E78C}">
      <dgm:prSet/>
      <dgm:spPr/>
      <dgm:t>
        <a:bodyPr/>
        <a:lstStyle/>
        <a:p>
          <a:endParaRPr lang="en-US"/>
        </a:p>
      </dgm:t>
    </dgm:pt>
    <dgm:pt modelId="{4E2ADC58-9B2F-473B-BBCF-81D33088EA65}" type="sibTrans" cxnId="{318A9ED9-3639-4239-B769-4173F723E78C}">
      <dgm:prSet/>
      <dgm:spPr/>
      <dgm:t>
        <a:bodyPr/>
        <a:lstStyle/>
        <a:p>
          <a:endParaRPr lang="en-US"/>
        </a:p>
      </dgm:t>
    </dgm:pt>
    <dgm:pt modelId="{665D749A-F839-4165-94AD-63FCAA90B4AC}" type="pres">
      <dgm:prSet presAssocID="{C9BE731A-2773-4DF0-9F9D-1419658E5971}" presName="root" presStyleCnt="0">
        <dgm:presLayoutVars>
          <dgm:dir/>
          <dgm:resizeHandles val="exact"/>
        </dgm:presLayoutVars>
      </dgm:prSet>
      <dgm:spPr/>
    </dgm:pt>
    <dgm:pt modelId="{A3A97B3A-7EBF-4C49-A036-70E3B369303B}" type="pres">
      <dgm:prSet presAssocID="{C9BE731A-2773-4DF0-9F9D-1419658E5971}" presName="container" presStyleCnt="0">
        <dgm:presLayoutVars>
          <dgm:dir/>
          <dgm:resizeHandles val="exact"/>
        </dgm:presLayoutVars>
      </dgm:prSet>
      <dgm:spPr/>
    </dgm:pt>
    <dgm:pt modelId="{525C0E2D-F6A4-4372-ABE8-3520B6E2F33D}" type="pres">
      <dgm:prSet presAssocID="{D2C8E1F5-E58D-49B2-9FFF-14404D9DADBD}" presName="compNode" presStyleCnt="0"/>
      <dgm:spPr/>
    </dgm:pt>
    <dgm:pt modelId="{E180FBC8-2D9B-4859-BF32-6CFC5EB08023}" type="pres">
      <dgm:prSet presAssocID="{D2C8E1F5-E58D-49B2-9FFF-14404D9DADBD}" presName="iconBgRect" presStyleLbl="bgShp" presStyleIdx="0" presStyleCnt="3"/>
      <dgm:spPr/>
    </dgm:pt>
    <dgm:pt modelId="{2C0DE0A2-86CB-4C10-AC29-ABF74B89EC7D}" type="pres">
      <dgm:prSet presAssocID="{D2C8E1F5-E58D-49B2-9FFF-14404D9DADB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ctor"/>
        </a:ext>
      </dgm:extLst>
    </dgm:pt>
    <dgm:pt modelId="{BC7C9855-5614-4451-877C-DD3BECA6DDC1}" type="pres">
      <dgm:prSet presAssocID="{D2C8E1F5-E58D-49B2-9FFF-14404D9DADBD}" presName="spaceRect" presStyleCnt="0"/>
      <dgm:spPr/>
    </dgm:pt>
    <dgm:pt modelId="{59CFEBD1-3EB5-44DD-980A-450D56C13D0C}" type="pres">
      <dgm:prSet presAssocID="{D2C8E1F5-E58D-49B2-9FFF-14404D9DADBD}" presName="textRect" presStyleLbl="revTx" presStyleIdx="0" presStyleCnt="3">
        <dgm:presLayoutVars>
          <dgm:chMax val="1"/>
          <dgm:chPref val="1"/>
        </dgm:presLayoutVars>
      </dgm:prSet>
      <dgm:spPr/>
    </dgm:pt>
    <dgm:pt modelId="{C8F0560C-2FE6-49DE-A728-B05EDA394DDE}" type="pres">
      <dgm:prSet presAssocID="{533484F0-93B2-4DB0-96FA-5F6BA8817A00}" presName="sibTrans" presStyleLbl="sibTrans2D1" presStyleIdx="0" presStyleCnt="0"/>
      <dgm:spPr/>
    </dgm:pt>
    <dgm:pt modelId="{E3B1A4B5-38CB-4EDB-8B35-E9242097EC26}" type="pres">
      <dgm:prSet presAssocID="{D378D82A-965F-4DCA-B64F-3BF09F8E15EA}" presName="compNode" presStyleCnt="0"/>
      <dgm:spPr/>
    </dgm:pt>
    <dgm:pt modelId="{86187978-2834-4118-B761-3041539C0519}" type="pres">
      <dgm:prSet presAssocID="{D378D82A-965F-4DCA-B64F-3BF09F8E15EA}" presName="iconBgRect" presStyleLbl="bgShp" presStyleIdx="1" presStyleCnt="3"/>
      <dgm:spPr/>
    </dgm:pt>
    <dgm:pt modelId="{76AE12BA-F012-42AF-9A6A-A8C32B7D9CA9}" type="pres">
      <dgm:prSet presAssocID="{D378D82A-965F-4DCA-B64F-3BF09F8E15E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84C85571-0794-4D5B-8E4C-0A49B22F437C}" type="pres">
      <dgm:prSet presAssocID="{D378D82A-965F-4DCA-B64F-3BF09F8E15EA}" presName="spaceRect" presStyleCnt="0"/>
      <dgm:spPr/>
    </dgm:pt>
    <dgm:pt modelId="{30E641DE-BC95-46A7-94C5-77915EC63B39}" type="pres">
      <dgm:prSet presAssocID="{D378D82A-965F-4DCA-B64F-3BF09F8E15EA}" presName="textRect" presStyleLbl="revTx" presStyleIdx="1" presStyleCnt="3">
        <dgm:presLayoutVars>
          <dgm:chMax val="1"/>
          <dgm:chPref val="1"/>
        </dgm:presLayoutVars>
      </dgm:prSet>
      <dgm:spPr/>
    </dgm:pt>
    <dgm:pt modelId="{0EF71E97-DE09-4989-94AF-9DB3DE76A30B}" type="pres">
      <dgm:prSet presAssocID="{0649541D-64C8-49E6-A9D0-B40EDDED8471}" presName="sibTrans" presStyleLbl="sibTrans2D1" presStyleIdx="0" presStyleCnt="0"/>
      <dgm:spPr/>
    </dgm:pt>
    <dgm:pt modelId="{7EB534FF-EE81-4EE3-9967-99EB6C5CF0A6}" type="pres">
      <dgm:prSet presAssocID="{09D680C2-ABF4-443F-9F9A-10468FE92AD7}" presName="compNode" presStyleCnt="0"/>
      <dgm:spPr/>
    </dgm:pt>
    <dgm:pt modelId="{9932F64F-1EAE-43F6-B80F-4A51417FD19F}" type="pres">
      <dgm:prSet presAssocID="{09D680C2-ABF4-443F-9F9A-10468FE92AD7}" presName="iconBgRect" presStyleLbl="bgShp" presStyleIdx="2" presStyleCnt="3"/>
      <dgm:spPr/>
    </dgm:pt>
    <dgm:pt modelId="{0191C60F-229A-4682-989C-6F821FB5356D}" type="pres">
      <dgm:prSet presAssocID="{09D680C2-ABF4-443F-9F9A-10468FE92AD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B80113E-EF59-4960-BEC9-CCBE071D06A7}" type="pres">
      <dgm:prSet presAssocID="{09D680C2-ABF4-443F-9F9A-10468FE92AD7}" presName="spaceRect" presStyleCnt="0"/>
      <dgm:spPr/>
    </dgm:pt>
    <dgm:pt modelId="{07EF4FFF-C0E0-4D77-B8BC-CE7E93D0A707}" type="pres">
      <dgm:prSet presAssocID="{09D680C2-ABF4-443F-9F9A-10468FE92AD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B63CA13-CDD9-45E4-9895-1C9AE0C7676A}" srcId="{C9BE731A-2773-4DF0-9F9D-1419658E5971}" destId="{D2C8E1F5-E58D-49B2-9FFF-14404D9DADBD}" srcOrd="0" destOrd="0" parTransId="{FD105DE8-AFB2-4996-96D9-3361B4B068C0}" sibTransId="{533484F0-93B2-4DB0-96FA-5F6BA8817A00}"/>
    <dgm:cxn modelId="{B519D529-7F7F-475D-A458-D0E4B99C043D}" type="presOf" srcId="{C9BE731A-2773-4DF0-9F9D-1419658E5971}" destId="{665D749A-F839-4165-94AD-63FCAA90B4AC}" srcOrd="0" destOrd="0" presId="urn:microsoft.com/office/officeart/2018/2/layout/IconCircleList"/>
    <dgm:cxn modelId="{9A253B38-92AF-438C-8A98-C8D49D2FEB9C}" type="presOf" srcId="{533484F0-93B2-4DB0-96FA-5F6BA8817A00}" destId="{C8F0560C-2FE6-49DE-A728-B05EDA394DDE}" srcOrd="0" destOrd="0" presId="urn:microsoft.com/office/officeart/2018/2/layout/IconCircleList"/>
    <dgm:cxn modelId="{635E696B-1E77-4E5B-9C5D-38178239CD0E}" type="presOf" srcId="{D2C8E1F5-E58D-49B2-9FFF-14404D9DADBD}" destId="{59CFEBD1-3EB5-44DD-980A-450D56C13D0C}" srcOrd="0" destOrd="0" presId="urn:microsoft.com/office/officeart/2018/2/layout/IconCircleList"/>
    <dgm:cxn modelId="{80B7B498-2537-4B34-AF24-20B5A5C7017D}" type="presOf" srcId="{D378D82A-965F-4DCA-B64F-3BF09F8E15EA}" destId="{30E641DE-BC95-46A7-94C5-77915EC63B39}" srcOrd="0" destOrd="0" presId="urn:microsoft.com/office/officeart/2018/2/layout/IconCircleList"/>
    <dgm:cxn modelId="{67775BBF-2102-4347-AFC4-C73EC65E00AE}" type="presOf" srcId="{0649541D-64C8-49E6-A9D0-B40EDDED8471}" destId="{0EF71E97-DE09-4989-94AF-9DB3DE76A30B}" srcOrd="0" destOrd="0" presId="urn:microsoft.com/office/officeart/2018/2/layout/IconCircleList"/>
    <dgm:cxn modelId="{2F1E9FD2-D219-4EEF-B910-1758D2201984}" srcId="{C9BE731A-2773-4DF0-9F9D-1419658E5971}" destId="{D378D82A-965F-4DCA-B64F-3BF09F8E15EA}" srcOrd="1" destOrd="0" parTransId="{45F3475F-AADF-4E3C-9511-D4A77A272179}" sibTransId="{0649541D-64C8-49E6-A9D0-B40EDDED8471}"/>
    <dgm:cxn modelId="{318A9ED9-3639-4239-B769-4173F723E78C}" srcId="{C9BE731A-2773-4DF0-9F9D-1419658E5971}" destId="{09D680C2-ABF4-443F-9F9A-10468FE92AD7}" srcOrd="2" destOrd="0" parTransId="{D46E1369-10F9-418B-A394-53AC10152134}" sibTransId="{4E2ADC58-9B2F-473B-BBCF-81D33088EA65}"/>
    <dgm:cxn modelId="{385CD1E3-D606-40B5-90EC-BA407347778E}" type="presOf" srcId="{09D680C2-ABF4-443F-9F9A-10468FE92AD7}" destId="{07EF4FFF-C0E0-4D77-B8BC-CE7E93D0A707}" srcOrd="0" destOrd="0" presId="urn:microsoft.com/office/officeart/2018/2/layout/IconCircleList"/>
    <dgm:cxn modelId="{B3BDAA40-6675-47BB-AD98-E82AD4C32231}" type="presParOf" srcId="{665D749A-F839-4165-94AD-63FCAA90B4AC}" destId="{A3A97B3A-7EBF-4C49-A036-70E3B369303B}" srcOrd="0" destOrd="0" presId="urn:microsoft.com/office/officeart/2018/2/layout/IconCircleList"/>
    <dgm:cxn modelId="{77CF1657-9628-4B4F-9CA9-3A5DE53AD900}" type="presParOf" srcId="{A3A97B3A-7EBF-4C49-A036-70E3B369303B}" destId="{525C0E2D-F6A4-4372-ABE8-3520B6E2F33D}" srcOrd="0" destOrd="0" presId="urn:microsoft.com/office/officeart/2018/2/layout/IconCircleList"/>
    <dgm:cxn modelId="{AF8C0B09-2139-4ABD-B088-1D33F76A62A7}" type="presParOf" srcId="{525C0E2D-F6A4-4372-ABE8-3520B6E2F33D}" destId="{E180FBC8-2D9B-4859-BF32-6CFC5EB08023}" srcOrd="0" destOrd="0" presId="urn:microsoft.com/office/officeart/2018/2/layout/IconCircleList"/>
    <dgm:cxn modelId="{4C044AFE-E6F5-4D51-9F2F-5CC32D239469}" type="presParOf" srcId="{525C0E2D-F6A4-4372-ABE8-3520B6E2F33D}" destId="{2C0DE0A2-86CB-4C10-AC29-ABF74B89EC7D}" srcOrd="1" destOrd="0" presId="urn:microsoft.com/office/officeart/2018/2/layout/IconCircleList"/>
    <dgm:cxn modelId="{065868BC-3467-418C-B9E2-4C3CE7BB3F8A}" type="presParOf" srcId="{525C0E2D-F6A4-4372-ABE8-3520B6E2F33D}" destId="{BC7C9855-5614-4451-877C-DD3BECA6DDC1}" srcOrd="2" destOrd="0" presId="urn:microsoft.com/office/officeart/2018/2/layout/IconCircleList"/>
    <dgm:cxn modelId="{D42943F9-116A-482A-B0D3-BAED895E988E}" type="presParOf" srcId="{525C0E2D-F6A4-4372-ABE8-3520B6E2F33D}" destId="{59CFEBD1-3EB5-44DD-980A-450D56C13D0C}" srcOrd="3" destOrd="0" presId="urn:microsoft.com/office/officeart/2018/2/layout/IconCircleList"/>
    <dgm:cxn modelId="{426FB57B-7994-4B4F-8C13-409A8C6C05DA}" type="presParOf" srcId="{A3A97B3A-7EBF-4C49-A036-70E3B369303B}" destId="{C8F0560C-2FE6-49DE-A728-B05EDA394DDE}" srcOrd="1" destOrd="0" presId="urn:microsoft.com/office/officeart/2018/2/layout/IconCircleList"/>
    <dgm:cxn modelId="{AD282F3E-7CCB-4BEE-A7B9-D77807079A8A}" type="presParOf" srcId="{A3A97B3A-7EBF-4C49-A036-70E3B369303B}" destId="{E3B1A4B5-38CB-4EDB-8B35-E9242097EC26}" srcOrd="2" destOrd="0" presId="urn:microsoft.com/office/officeart/2018/2/layout/IconCircleList"/>
    <dgm:cxn modelId="{02EC4746-5958-4C81-9E25-34CD1DF325BF}" type="presParOf" srcId="{E3B1A4B5-38CB-4EDB-8B35-E9242097EC26}" destId="{86187978-2834-4118-B761-3041539C0519}" srcOrd="0" destOrd="0" presId="urn:microsoft.com/office/officeart/2018/2/layout/IconCircleList"/>
    <dgm:cxn modelId="{E6BB27ED-7A56-4E49-BDD0-A3758C08B4E0}" type="presParOf" srcId="{E3B1A4B5-38CB-4EDB-8B35-E9242097EC26}" destId="{76AE12BA-F012-42AF-9A6A-A8C32B7D9CA9}" srcOrd="1" destOrd="0" presId="urn:microsoft.com/office/officeart/2018/2/layout/IconCircleList"/>
    <dgm:cxn modelId="{BA3E0C4C-24D6-4143-8995-0FE293AC6CED}" type="presParOf" srcId="{E3B1A4B5-38CB-4EDB-8B35-E9242097EC26}" destId="{84C85571-0794-4D5B-8E4C-0A49B22F437C}" srcOrd="2" destOrd="0" presId="urn:microsoft.com/office/officeart/2018/2/layout/IconCircleList"/>
    <dgm:cxn modelId="{FF08FBCA-0427-46EB-8B00-B70E05CDDB3A}" type="presParOf" srcId="{E3B1A4B5-38CB-4EDB-8B35-E9242097EC26}" destId="{30E641DE-BC95-46A7-94C5-77915EC63B39}" srcOrd="3" destOrd="0" presId="urn:microsoft.com/office/officeart/2018/2/layout/IconCircleList"/>
    <dgm:cxn modelId="{83AE28AE-D2BC-4158-8026-D3207730CF13}" type="presParOf" srcId="{A3A97B3A-7EBF-4C49-A036-70E3B369303B}" destId="{0EF71E97-DE09-4989-94AF-9DB3DE76A30B}" srcOrd="3" destOrd="0" presId="urn:microsoft.com/office/officeart/2018/2/layout/IconCircleList"/>
    <dgm:cxn modelId="{D3D67E09-AD88-4518-BAAF-5FC30EAC9538}" type="presParOf" srcId="{A3A97B3A-7EBF-4C49-A036-70E3B369303B}" destId="{7EB534FF-EE81-4EE3-9967-99EB6C5CF0A6}" srcOrd="4" destOrd="0" presId="urn:microsoft.com/office/officeart/2018/2/layout/IconCircleList"/>
    <dgm:cxn modelId="{A5889AA3-0891-4EE2-A3F7-B3BA6F8D9B34}" type="presParOf" srcId="{7EB534FF-EE81-4EE3-9967-99EB6C5CF0A6}" destId="{9932F64F-1EAE-43F6-B80F-4A51417FD19F}" srcOrd="0" destOrd="0" presId="urn:microsoft.com/office/officeart/2018/2/layout/IconCircleList"/>
    <dgm:cxn modelId="{A4412DCE-4591-470D-B2D3-18C4D9675FC7}" type="presParOf" srcId="{7EB534FF-EE81-4EE3-9967-99EB6C5CF0A6}" destId="{0191C60F-229A-4682-989C-6F821FB5356D}" srcOrd="1" destOrd="0" presId="urn:microsoft.com/office/officeart/2018/2/layout/IconCircleList"/>
    <dgm:cxn modelId="{811274D3-D79D-4E13-8EF9-86D8D9D49D2C}" type="presParOf" srcId="{7EB534FF-EE81-4EE3-9967-99EB6C5CF0A6}" destId="{7B80113E-EF59-4960-BEC9-CCBE071D06A7}" srcOrd="2" destOrd="0" presId="urn:microsoft.com/office/officeart/2018/2/layout/IconCircleList"/>
    <dgm:cxn modelId="{201401D1-4339-454F-8361-406B05E2611A}" type="presParOf" srcId="{7EB534FF-EE81-4EE3-9967-99EB6C5CF0A6}" destId="{07EF4FFF-C0E0-4D77-B8BC-CE7E93D0A70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FBA8B7C-4BEC-4D4B-8CCE-8B246B26BAB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FAED91-13F2-4E34-905A-391DF53A48A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Lowest RMSE, MAE, MAPE </a:t>
          </a:r>
          <a:endParaRPr lang="en-US"/>
        </a:p>
      </dgm:t>
    </dgm:pt>
    <dgm:pt modelId="{6BA64A3B-1216-40F6-9B9A-DA1558D9FD01}" type="parTrans" cxnId="{B9929DF6-A9E4-430D-9511-AED4791EF8A7}">
      <dgm:prSet/>
      <dgm:spPr/>
      <dgm:t>
        <a:bodyPr/>
        <a:lstStyle/>
        <a:p>
          <a:endParaRPr lang="en-US"/>
        </a:p>
      </dgm:t>
    </dgm:pt>
    <dgm:pt modelId="{F7EDE545-6779-494B-B39A-21888558E12C}" type="sibTrans" cxnId="{B9929DF6-A9E4-430D-9511-AED4791EF8A7}">
      <dgm:prSet/>
      <dgm:spPr/>
      <dgm:t>
        <a:bodyPr/>
        <a:lstStyle/>
        <a:p>
          <a:endParaRPr lang="en-US"/>
        </a:p>
      </dgm:t>
    </dgm:pt>
    <dgm:pt modelId="{24C6E935-8CC7-4932-AFAB-22EA3174F65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br>
            <a:rPr lang="en-US"/>
          </a:br>
          <a:r>
            <a:rPr lang="en-US" b="1"/>
            <a:t>ARIMA → Best interpretability / structural analysis</a:t>
          </a:r>
          <a:endParaRPr lang="en-US"/>
        </a:p>
      </dgm:t>
    </dgm:pt>
    <dgm:pt modelId="{48B358DB-E78E-48B9-8F83-A74337C7F9C4}" type="parTrans" cxnId="{A6918C55-E0B4-4D64-B221-7DE0F9704666}">
      <dgm:prSet/>
      <dgm:spPr/>
      <dgm:t>
        <a:bodyPr/>
        <a:lstStyle/>
        <a:p>
          <a:endParaRPr lang="en-IN"/>
        </a:p>
      </dgm:t>
    </dgm:pt>
    <dgm:pt modelId="{76E08036-2954-428C-BC89-660EF4982625}" type="sibTrans" cxnId="{A6918C55-E0B4-4D64-B221-7DE0F9704666}">
      <dgm:prSet/>
      <dgm:spPr/>
      <dgm:t>
        <a:bodyPr/>
        <a:lstStyle/>
        <a:p>
          <a:endParaRPr lang="en-IN"/>
        </a:p>
      </dgm:t>
    </dgm:pt>
    <dgm:pt modelId="{8575BD9D-C0E0-4E0A-8388-4AFC3BB021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ETS → Best forecasting accuracy</a:t>
          </a:r>
          <a:endParaRPr lang="en-IN"/>
        </a:p>
      </dgm:t>
    </dgm:pt>
    <dgm:pt modelId="{3979D4AE-C830-4528-B581-B49FB8899BBC}" type="parTrans" cxnId="{AF9A8884-8092-4B45-8DCE-6A12ECFA3678}">
      <dgm:prSet/>
      <dgm:spPr/>
      <dgm:t>
        <a:bodyPr/>
        <a:lstStyle/>
        <a:p>
          <a:endParaRPr lang="en-IN"/>
        </a:p>
      </dgm:t>
    </dgm:pt>
    <dgm:pt modelId="{014A888E-0E7F-480D-A184-8E130F1DACB7}" type="sibTrans" cxnId="{AF9A8884-8092-4B45-8DCE-6A12ECFA3678}">
      <dgm:prSet/>
      <dgm:spPr/>
      <dgm:t>
        <a:bodyPr/>
        <a:lstStyle/>
        <a:p>
          <a:endParaRPr lang="en-IN"/>
        </a:p>
      </dgm:t>
    </dgm:pt>
    <dgm:pt modelId="{AD99D689-0F12-4A75-9145-F0E135E4B42F}" type="pres">
      <dgm:prSet presAssocID="{2FBA8B7C-4BEC-4D4B-8CCE-8B246B26BABF}" presName="root" presStyleCnt="0">
        <dgm:presLayoutVars>
          <dgm:dir/>
          <dgm:resizeHandles val="exact"/>
        </dgm:presLayoutVars>
      </dgm:prSet>
      <dgm:spPr/>
    </dgm:pt>
    <dgm:pt modelId="{9D6BD380-856B-47F5-B6B8-86B56CD38CBF}" type="pres">
      <dgm:prSet presAssocID="{8575BD9D-C0E0-4E0A-8388-4AFC3BB02191}" presName="compNode" presStyleCnt="0"/>
      <dgm:spPr/>
    </dgm:pt>
    <dgm:pt modelId="{5A7CBA56-9580-4C57-9721-6F6E3E82A57A}" type="pres">
      <dgm:prSet presAssocID="{8575BD9D-C0E0-4E0A-8388-4AFC3BB02191}" presName="iconBgRect" presStyleLbl="bgShp" presStyleIdx="0" presStyleCnt="3"/>
      <dgm:spPr/>
    </dgm:pt>
    <dgm:pt modelId="{7BDF1D0C-9A65-4C71-B353-C084F6F1C156}" type="pres">
      <dgm:prSet presAssocID="{8575BD9D-C0E0-4E0A-8388-4AFC3BB0219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6381E97-63E2-4B0B-912D-314EDD03EFAF}" type="pres">
      <dgm:prSet presAssocID="{8575BD9D-C0E0-4E0A-8388-4AFC3BB02191}" presName="spaceRect" presStyleCnt="0"/>
      <dgm:spPr/>
    </dgm:pt>
    <dgm:pt modelId="{2E57A343-F443-4944-BF4B-630715826B06}" type="pres">
      <dgm:prSet presAssocID="{8575BD9D-C0E0-4E0A-8388-4AFC3BB02191}" presName="textRect" presStyleLbl="revTx" presStyleIdx="0" presStyleCnt="3">
        <dgm:presLayoutVars>
          <dgm:chMax val="1"/>
          <dgm:chPref val="1"/>
        </dgm:presLayoutVars>
      </dgm:prSet>
      <dgm:spPr/>
    </dgm:pt>
    <dgm:pt modelId="{0285DB40-9F1B-45B5-ADD7-8EF8C7177CDC}" type="pres">
      <dgm:prSet presAssocID="{014A888E-0E7F-480D-A184-8E130F1DACB7}" presName="sibTrans" presStyleCnt="0"/>
      <dgm:spPr/>
    </dgm:pt>
    <dgm:pt modelId="{6B3655CF-0EBA-46BF-930C-6F289D6ADBE1}" type="pres">
      <dgm:prSet presAssocID="{24C6E935-8CC7-4932-AFAB-22EA3174F657}" presName="compNode" presStyleCnt="0"/>
      <dgm:spPr/>
    </dgm:pt>
    <dgm:pt modelId="{C69EA431-697B-486D-807C-31729D71BCC4}" type="pres">
      <dgm:prSet presAssocID="{24C6E935-8CC7-4932-AFAB-22EA3174F657}" presName="iconBgRect" presStyleLbl="bgShp" presStyleIdx="1" presStyleCnt="3"/>
      <dgm:spPr/>
    </dgm:pt>
    <dgm:pt modelId="{BCE67A08-09AF-43B9-B07C-D68F7AD84B7B}" type="pres">
      <dgm:prSet presAssocID="{24C6E935-8CC7-4932-AFAB-22EA3174F65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ement truck"/>
        </a:ext>
      </dgm:extLst>
    </dgm:pt>
    <dgm:pt modelId="{59AAD198-6F38-4AA6-BD81-C9270F5E4B3A}" type="pres">
      <dgm:prSet presAssocID="{24C6E935-8CC7-4932-AFAB-22EA3174F657}" presName="spaceRect" presStyleCnt="0"/>
      <dgm:spPr/>
    </dgm:pt>
    <dgm:pt modelId="{CEF3F11D-E678-4D54-AD3E-C3EF6B79F144}" type="pres">
      <dgm:prSet presAssocID="{24C6E935-8CC7-4932-AFAB-22EA3174F657}" presName="textRect" presStyleLbl="revTx" presStyleIdx="1" presStyleCnt="3">
        <dgm:presLayoutVars>
          <dgm:chMax val="1"/>
          <dgm:chPref val="1"/>
        </dgm:presLayoutVars>
      </dgm:prSet>
      <dgm:spPr/>
    </dgm:pt>
    <dgm:pt modelId="{46FBD879-0E28-498C-94A0-426FC6BC7B42}" type="pres">
      <dgm:prSet presAssocID="{76E08036-2954-428C-BC89-660EF4982625}" presName="sibTrans" presStyleCnt="0"/>
      <dgm:spPr/>
    </dgm:pt>
    <dgm:pt modelId="{7A59BF9C-7E7A-408D-A040-D57DC2A5AF73}" type="pres">
      <dgm:prSet presAssocID="{BAFAED91-13F2-4E34-905A-391DF53A48A7}" presName="compNode" presStyleCnt="0"/>
      <dgm:spPr/>
    </dgm:pt>
    <dgm:pt modelId="{9DDE6F22-23C8-4C82-A78A-065561AD9B9F}" type="pres">
      <dgm:prSet presAssocID="{BAFAED91-13F2-4E34-905A-391DF53A48A7}" presName="iconBgRect" presStyleLbl="bgShp" presStyleIdx="2" presStyleCnt="3"/>
      <dgm:spPr/>
    </dgm:pt>
    <dgm:pt modelId="{80D216CA-15C8-4536-91BD-3A57E83D6ABC}" type="pres">
      <dgm:prSet presAssocID="{BAFAED91-13F2-4E34-905A-391DF53A48A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D47F79D-A1AB-44EB-A32B-67E9EEB6D922}" type="pres">
      <dgm:prSet presAssocID="{BAFAED91-13F2-4E34-905A-391DF53A48A7}" presName="spaceRect" presStyleCnt="0"/>
      <dgm:spPr/>
    </dgm:pt>
    <dgm:pt modelId="{E76AE656-2B27-46F8-8AB2-C50D50D396BE}" type="pres">
      <dgm:prSet presAssocID="{BAFAED91-13F2-4E34-905A-391DF53A48A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F917869-5558-4172-A53A-50EA33813C75}" type="presOf" srcId="{2FBA8B7C-4BEC-4D4B-8CCE-8B246B26BABF}" destId="{AD99D689-0F12-4A75-9145-F0E135E4B42F}" srcOrd="0" destOrd="0" presId="urn:microsoft.com/office/officeart/2018/5/layout/IconCircleLabelList"/>
    <dgm:cxn modelId="{8C26644B-48FB-48D5-96DD-5ACC4ED9A59B}" type="presOf" srcId="{BAFAED91-13F2-4E34-905A-391DF53A48A7}" destId="{E76AE656-2B27-46F8-8AB2-C50D50D396BE}" srcOrd="0" destOrd="0" presId="urn:microsoft.com/office/officeart/2018/5/layout/IconCircleLabelList"/>
    <dgm:cxn modelId="{A6918C55-E0B4-4D64-B221-7DE0F9704666}" srcId="{2FBA8B7C-4BEC-4D4B-8CCE-8B246B26BABF}" destId="{24C6E935-8CC7-4932-AFAB-22EA3174F657}" srcOrd="1" destOrd="0" parTransId="{48B358DB-E78E-48B9-8F83-A74337C7F9C4}" sibTransId="{76E08036-2954-428C-BC89-660EF4982625}"/>
    <dgm:cxn modelId="{AF9A8884-8092-4B45-8DCE-6A12ECFA3678}" srcId="{2FBA8B7C-4BEC-4D4B-8CCE-8B246B26BABF}" destId="{8575BD9D-C0E0-4E0A-8388-4AFC3BB02191}" srcOrd="0" destOrd="0" parTransId="{3979D4AE-C830-4528-B581-B49FB8899BBC}" sibTransId="{014A888E-0E7F-480D-A184-8E130F1DACB7}"/>
    <dgm:cxn modelId="{5DEE40A4-37EB-4244-A879-C577AE016066}" type="presOf" srcId="{8575BD9D-C0E0-4E0A-8388-4AFC3BB02191}" destId="{2E57A343-F443-4944-BF4B-630715826B06}" srcOrd="0" destOrd="0" presId="urn:microsoft.com/office/officeart/2018/5/layout/IconCircleLabelList"/>
    <dgm:cxn modelId="{CEF34DA8-23E5-4767-9FE4-52C2B78AB675}" type="presOf" srcId="{24C6E935-8CC7-4932-AFAB-22EA3174F657}" destId="{CEF3F11D-E678-4D54-AD3E-C3EF6B79F144}" srcOrd="0" destOrd="0" presId="urn:microsoft.com/office/officeart/2018/5/layout/IconCircleLabelList"/>
    <dgm:cxn modelId="{B9929DF6-A9E4-430D-9511-AED4791EF8A7}" srcId="{2FBA8B7C-4BEC-4D4B-8CCE-8B246B26BABF}" destId="{BAFAED91-13F2-4E34-905A-391DF53A48A7}" srcOrd="2" destOrd="0" parTransId="{6BA64A3B-1216-40F6-9B9A-DA1558D9FD01}" sibTransId="{F7EDE545-6779-494B-B39A-21888558E12C}"/>
    <dgm:cxn modelId="{730095DB-DC2C-4FE0-8039-AA7A6F164C78}" type="presParOf" srcId="{AD99D689-0F12-4A75-9145-F0E135E4B42F}" destId="{9D6BD380-856B-47F5-B6B8-86B56CD38CBF}" srcOrd="0" destOrd="0" presId="urn:microsoft.com/office/officeart/2018/5/layout/IconCircleLabelList"/>
    <dgm:cxn modelId="{F34AECDF-3A0C-4E7A-9226-C5D04ABD0816}" type="presParOf" srcId="{9D6BD380-856B-47F5-B6B8-86B56CD38CBF}" destId="{5A7CBA56-9580-4C57-9721-6F6E3E82A57A}" srcOrd="0" destOrd="0" presId="urn:microsoft.com/office/officeart/2018/5/layout/IconCircleLabelList"/>
    <dgm:cxn modelId="{30ECDDE6-FF75-4FBE-B61A-C1AC3CA55912}" type="presParOf" srcId="{9D6BD380-856B-47F5-B6B8-86B56CD38CBF}" destId="{7BDF1D0C-9A65-4C71-B353-C084F6F1C156}" srcOrd="1" destOrd="0" presId="urn:microsoft.com/office/officeart/2018/5/layout/IconCircleLabelList"/>
    <dgm:cxn modelId="{4ADFD092-CBE9-4CD0-8D7E-6B9D9D917CD7}" type="presParOf" srcId="{9D6BD380-856B-47F5-B6B8-86B56CD38CBF}" destId="{C6381E97-63E2-4B0B-912D-314EDD03EFAF}" srcOrd="2" destOrd="0" presId="urn:microsoft.com/office/officeart/2018/5/layout/IconCircleLabelList"/>
    <dgm:cxn modelId="{209BAC62-2AA7-481B-9109-B46C85299D47}" type="presParOf" srcId="{9D6BD380-856B-47F5-B6B8-86B56CD38CBF}" destId="{2E57A343-F443-4944-BF4B-630715826B06}" srcOrd="3" destOrd="0" presId="urn:microsoft.com/office/officeart/2018/5/layout/IconCircleLabelList"/>
    <dgm:cxn modelId="{D5E147F5-1872-4C48-AA47-DC57847E041F}" type="presParOf" srcId="{AD99D689-0F12-4A75-9145-F0E135E4B42F}" destId="{0285DB40-9F1B-45B5-ADD7-8EF8C7177CDC}" srcOrd="1" destOrd="0" presId="urn:microsoft.com/office/officeart/2018/5/layout/IconCircleLabelList"/>
    <dgm:cxn modelId="{6D68C1B7-25B6-40E4-835D-AE2CC4419A04}" type="presParOf" srcId="{AD99D689-0F12-4A75-9145-F0E135E4B42F}" destId="{6B3655CF-0EBA-46BF-930C-6F289D6ADBE1}" srcOrd="2" destOrd="0" presId="urn:microsoft.com/office/officeart/2018/5/layout/IconCircleLabelList"/>
    <dgm:cxn modelId="{5EBF476C-7524-4417-A9E4-C355F160042B}" type="presParOf" srcId="{6B3655CF-0EBA-46BF-930C-6F289D6ADBE1}" destId="{C69EA431-697B-486D-807C-31729D71BCC4}" srcOrd="0" destOrd="0" presId="urn:microsoft.com/office/officeart/2018/5/layout/IconCircleLabelList"/>
    <dgm:cxn modelId="{D0F7864C-361F-432B-AFD0-ACFE84D7AD91}" type="presParOf" srcId="{6B3655CF-0EBA-46BF-930C-6F289D6ADBE1}" destId="{BCE67A08-09AF-43B9-B07C-D68F7AD84B7B}" srcOrd="1" destOrd="0" presId="urn:microsoft.com/office/officeart/2018/5/layout/IconCircleLabelList"/>
    <dgm:cxn modelId="{D8B5AD3A-96A9-41EF-90D8-DAC9FFE1F600}" type="presParOf" srcId="{6B3655CF-0EBA-46BF-930C-6F289D6ADBE1}" destId="{59AAD198-6F38-4AA6-BD81-C9270F5E4B3A}" srcOrd="2" destOrd="0" presId="urn:microsoft.com/office/officeart/2018/5/layout/IconCircleLabelList"/>
    <dgm:cxn modelId="{2042F94C-7F47-4AF1-8FBF-3FCA05D5E033}" type="presParOf" srcId="{6B3655CF-0EBA-46BF-930C-6F289D6ADBE1}" destId="{CEF3F11D-E678-4D54-AD3E-C3EF6B79F144}" srcOrd="3" destOrd="0" presId="urn:microsoft.com/office/officeart/2018/5/layout/IconCircleLabelList"/>
    <dgm:cxn modelId="{DAAF92E9-6A28-449C-B726-2FA6709F7029}" type="presParOf" srcId="{AD99D689-0F12-4A75-9145-F0E135E4B42F}" destId="{46FBD879-0E28-498C-94A0-426FC6BC7B42}" srcOrd="3" destOrd="0" presId="urn:microsoft.com/office/officeart/2018/5/layout/IconCircleLabelList"/>
    <dgm:cxn modelId="{4F5ABE55-1EC1-4A8F-8E2E-1D82F54E2620}" type="presParOf" srcId="{AD99D689-0F12-4A75-9145-F0E135E4B42F}" destId="{7A59BF9C-7E7A-408D-A040-D57DC2A5AF73}" srcOrd="4" destOrd="0" presId="urn:microsoft.com/office/officeart/2018/5/layout/IconCircleLabelList"/>
    <dgm:cxn modelId="{E8F7E9DC-02DB-42EE-87EE-24610092FB20}" type="presParOf" srcId="{7A59BF9C-7E7A-408D-A040-D57DC2A5AF73}" destId="{9DDE6F22-23C8-4C82-A78A-065561AD9B9F}" srcOrd="0" destOrd="0" presId="urn:microsoft.com/office/officeart/2018/5/layout/IconCircleLabelList"/>
    <dgm:cxn modelId="{717D32BD-D006-41C8-8E11-559946AD2DA9}" type="presParOf" srcId="{7A59BF9C-7E7A-408D-A040-D57DC2A5AF73}" destId="{80D216CA-15C8-4536-91BD-3A57E83D6ABC}" srcOrd="1" destOrd="0" presId="urn:microsoft.com/office/officeart/2018/5/layout/IconCircleLabelList"/>
    <dgm:cxn modelId="{EB5E2FAB-2803-4136-BCF9-FEA47F3B6173}" type="presParOf" srcId="{7A59BF9C-7E7A-408D-A040-D57DC2A5AF73}" destId="{8D47F79D-A1AB-44EB-A32B-67E9EEB6D922}" srcOrd="2" destOrd="0" presId="urn:microsoft.com/office/officeart/2018/5/layout/IconCircleLabelList"/>
    <dgm:cxn modelId="{D3176F08-4EFF-4DFB-AB2F-843F81D4C07A}" type="presParOf" srcId="{7A59BF9C-7E7A-408D-A040-D57DC2A5AF73}" destId="{E76AE656-2B27-46F8-8AB2-C50D50D396B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CAE4AAC-E758-4DC2-A55E-83483B172E7F}" type="doc">
      <dgm:prSet loTypeId="urn:microsoft.com/office/officeart/2008/layout/LinedList" loCatId="list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95BBB12-DC61-4B4D-9617-10E945D823E5}">
      <dgm:prSet/>
      <dgm:spPr/>
      <dgm:t>
        <a:bodyPr/>
        <a:lstStyle/>
        <a:p>
          <a:r>
            <a:rPr lang="en-US" b="0" i="0" baseline="0" dirty="0">
              <a:solidFill>
                <a:schemeClr val="tx1"/>
              </a:solidFill>
            </a:rPr>
            <a:t>Strong dependence on past values </a:t>
          </a:r>
          <a:endParaRPr lang="en-US" dirty="0">
            <a:solidFill>
              <a:schemeClr val="tx1"/>
            </a:solidFill>
          </a:endParaRPr>
        </a:p>
      </dgm:t>
    </dgm:pt>
    <dgm:pt modelId="{A9663DD2-F0F4-4E76-BDA8-5FF18AD44B9E}" type="parTrans" cxnId="{CA00F81A-5948-4872-BF63-00A5F536C136}">
      <dgm:prSet/>
      <dgm:spPr/>
      <dgm:t>
        <a:bodyPr/>
        <a:lstStyle/>
        <a:p>
          <a:endParaRPr lang="en-US"/>
        </a:p>
      </dgm:t>
    </dgm:pt>
    <dgm:pt modelId="{1E6AA167-6EA1-4F03-B1D8-905FCF78A82B}" type="sibTrans" cxnId="{CA00F81A-5948-4872-BF63-00A5F536C136}">
      <dgm:prSet/>
      <dgm:spPr/>
      <dgm:t>
        <a:bodyPr/>
        <a:lstStyle/>
        <a:p>
          <a:endParaRPr lang="en-US"/>
        </a:p>
      </dgm:t>
    </dgm:pt>
    <dgm:pt modelId="{AF5D7CCC-4BA0-461E-BEFB-74A500B51CE3}">
      <dgm:prSet/>
      <dgm:spPr/>
      <dgm:t>
        <a:bodyPr/>
        <a:lstStyle/>
        <a:p>
          <a:r>
            <a:rPr lang="en-US" b="0" i="0" baseline="0" dirty="0">
              <a:solidFill>
                <a:schemeClr val="tx1"/>
              </a:solidFill>
            </a:rPr>
            <a:t>ARIMA best for short-term </a:t>
          </a:r>
          <a:endParaRPr lang="en-US" dirty="0">
            <a:solidFill>
              <a:schemeClr val="tx1"/>
            </a:solidFill>
          </a:endParaRPr>
        </a:p>
      </dgm:t>
    </dgm:pt>
    <dgm:pt modelId="{35A605D3-F32B-4DD0-928A-AFD3EAA6FAF8}" type="parTrans" cxnId="{AA60C1E6-9FD4-46F2-B459-E763687E142B}">
      <dgm:prSet/>
      <dgm:spPr/>
      <dgm:t>
        <a:bodyPr/>
        <a:lstStyle/>
        <a:p>
          <a:endParaRPr lang="en-US"/>
        </a:p>
      </dgm:t>
    </dgm:pt>
    <dgm:pt modelId="{841221AA-B5CB-4413-B67D-ECD5B878AE1F}" type="sibTrans" cxnId="{AA60C1E6-9FD4-46F2-B459-E763687E142B}">
      <dgm:prSet/>
      <dgm:spPr/>
      <dgm:t>
        <a:bodyPr/>
        <a:lstStyle/>
        <a:p>
          <a:endParaRPr lang="en-US"/>
        </a:p>
      </dgm:t>
    </dgm:pt>
    <dgm:pt modelId="{FA5FD218-9EB4-4231-8E07-67DC455C5A65}">
      <dgm:prSet/>
      <dgm:spPr/>
      <dgm:t>
        <a:bodyPr/>
        <a:lstStyle/>
        <a:p>
          <a:r>
            <a:rPr lang="en-US" b="0" i="0" baseline="0" dirty="0">
              <a:solidFill>
                <a:schemeClr val="tx1"/>
              </a:solidFill>
            </a:rPr>
            <a:t>High volatility limits long-term accuracy </a:t>
          </a:r>
          <a:endParaRPr lang="en-US" dirty="0">
            <a:solidFill>
              <a:schemeClr val="tx1"/>
            </a:solidFill>
          </a:endParaRPr>
        </a:p>
      </dgm:t>
    </dgm:pt>
    <dgm:pt modelId="{2C37EA2F-D7FB-4394-A439-7A5D16689468}" type="parTrans" cxnId="{0DC283B6-8EB7-4E8B-A61A-DAB932902E9D}">
      <dgm:prSet/>
      <dgm:spPr/>
      <dgm:t>
        <a:bodyPr/>
        <a:lstStyle/>
        <a:p>
          <a:endParaRPr lang="en-US"/>
        </a:p>
      </dgm:t>
    </dgm:pt>
    <dgm:pt modelId="{D2F42C6D-CC26-4158-B722-E399ACF58643}" type="sibTrans" cxnId="{0DC283B6-8EB7-4E8B-A61A-DAB932902E9D}">
      <dgm:prSet/>
      <dgm:spPr/>
      <dgm:t>
        <a:bodyPr/>
        <a:lstStyle/>
        <a:p>
          <a:endParaRPr lang="en-US"/>
        </a:p>
      </dgm:t>
    </dgm:pt>
    <dgm:pt modelId="{771A66CE-167E-42D6-AE40-D7EE46802740}" type="pres">
      <dgm:prSet presAssocID="{ACAE4AAC-E758-4DC2-A55E-83483B172E7F}" presName="vert0" presStyleCnt="0">
        <dgm:presLayoutVars>
          <dgm:dir/>
          <dgm:animOne val="branch"/>
          <dgm:animLvl val="lvl"/>
        </dgm:presLayoutVars>
      </dgm:prSet>
      <dgm:spPr/>
    </dgm:pt>
    <dgm:pt modelId="{5F64E3B2-5FDE-4DEB-8B8D-4D26E8BFC403}" type="pres">
      <dgm:prSet presAssocID="{695BBB12-DC61-4B4D-9617-10E945D823E5}" presName="thickLine" presStyleLbl="alignNode1" presStyleIdx="0" presStyleCnt="3"/>
      <dgm:spPr/>
    </dgm:pt>
    <dgm:pt modelId="{CB356A79-E9EC-4F7B-B355-62E452C835A5}" type="pres">
      <dgm:prSet presAssocID="{695BBB12-DC61-4B4D-9617-10E945D823E5}" presName="horz1" presStyleCnt="0"/>
      <dgm:spPr/>
    </dgm:pt>
    <dgm:pt modelId="{88CFF130-B66D-4A3C-A634-31C41FD49CD2}" type="pres">
      <dgm:prSet presAssocID="{695BBB12-DC61-4B4D-9617-10E945D823E5}" presName="tx1" presStyleLbl="revTx" presStyleIdx="0" presStyleCnt="3"/>
      <dgm:spPr/>
    </dgm:pt>
    <dgm:pt modelId="{7D7FFB4B-7040-43D9-BE73-6C7930959D57}" type="pres">
      <dgm:prSet presAssocID="{695BBB12-DC61-4B4D-9617-10E945D823E5}" presName="vert1" presStyleCnt="0"/>
      <dgm:spPr/>
    </dgm:pt>
    <dgm:pt modelId="{D6D533EF-C77A-465D-BA4F-2C4736A51C83}" type="pres">
      <dgm:prSet presAssocID="{AF5D7CCC-4BA0-461E-BEFB-74A500B51CE3}" presName="thickLine" presStyleLbl="alignNode1" presStyleIdx="1" presStyleCnt="3"/>
      <dgm:spPr/>
    </dgm:pt>
    <dgm:pt modelId="{029ABC17-4D16-436C-9B7F-430361E7DD6E}" type="pres">
      <dgm:prSet presAssocID="{AF5D7CCC-4BA0-461E-BEFB-74A500B51CE3}" presName="horz1" presStyleCnt="0"/>
      <dgm:spPr/>
    </dgm:pt>
    <dgm:pt modelId="{1F1B5DAD-5E7C-41E9-B9C9-7794415B864B}" type="pres">
      <dgm:prSet presAssocID="{AF5D7CCC-4BA0-461E-BEFB-74A500B51CE3}" presName="tx1" presStyleLbl="revTx" presStyleIdx="1" presStyleCnt="3"/>
      <dgm:spPr/>
    </dgm:pt>
    <dgm:pt modelId="{AEDC0198-7753-420F-B6C2-2A59FCB14704}" type="pres">
      <dgm:prSet presAssocID="{AF5D7CCC-4BA0-461E-BEFB-74A500B51CE3}" presName="vert1" presStyleCnt="0"/>
      <dgm:spPr/>
    </dgm:pt>
    <dgm:pt modelId="{692C8ED7-4D2F-4216-9CA7-0E7E3C43C0CC}" type="pres">
      <dgm:prSet presAssocID="{FA5FD218-9EB4-4231-8E07-67DC455C5A65}" presName="thickLine" presStyleLbl="alignNode1" presStyleIdx="2" presStyleCnt="3"/>
      <dgm:spPr/>
    </dgm:pt>
    <dgm:pt modelId="{C868186A-A772-498E-8099-EFD3B42F06AF}" type="pres">
      <dgm:prSet presAssocID="{FA5FD218-9EB4-4231-8E07-67DC455C5A65}" presName="horz1" presStyleCnt="0"/>
      <dgm:spPr/>
    </dgm:pt>
    <dgm:pt modelId="{9B5CED01-58EC-46C4-B3D3-B28FBF5BA39A}" type="pres">
      <dgm:prSet presAssocID="{FA5FD218-9EB4-4231-8E07-67DC455C5A65}" presName="tx1" presStyleLbl="revTx" presStyleIdx="2" presStyleCnt="3"/>
      <dgm:spPr/>
    </dgm:pt>
    <dgm:pt modelId="{B77044E1-573C-4AB9-8826-C05E7E476DD3}" type="pres">
      <dgm:prSet presAssocID="{FA5FD218-9EB4-4231-8E07-67DC455C5A65}" presName="vert1" presStyleCnt="0"/>
      <dgm:spPr/>
    </dgm:pt>
  </dgm:ptLst>
  <dgm:cxnLst>
    <dgm:cxn modelId="{CA00F81A-5948-4872-BF63-00A5F536C136}" srcId="{ACAE4AAC-E758-4DC2-A55E-83483B172E7F}" destId="{695BBB12-DC61-4B4D-9617-10E945D823E5}" srcOrd="0" destOrd="0" parTransId="{A9663DD2-F0F4-4E76-BDA8-5FF18AD44B9E}" sibTransId="{1E6AA167-6EA1-4F03-B1D8-905FCF78A82B}"/>
    <dgm:cxn modelId="{278AF328-370B-43D2-93E0-FE334E50AD57}" type="presOf" srcId="{ACAE4AAC-E758-4DC2-A55E-83483B172E7F}" destId="{771A66CE-167E-42D6-AE40-D7EE46802740}" srcOrd="0" destOrd="0" presId="urn:microsoft.com/office/officeart/2008/layout/LinedList"/>
    <dgm:cxn modelId="{0FA07083-D61B-4D7E-A9AE-B790855D90E2}" type="presOf" srcId="{AF5D7CCC-4BA0-461E-BEFB-74A500B51CE3}" destId="{1F1B5DAD-5E7C-41E9-B9C9-7794415B864B}" srcOrd="0" destOrd="0" presId="urn:microsoft.com/office/officeart/2008/layout/LinedList"/>
    <dgm:cxn modelId="{A65D148D-2C10-4C89-B655-DAFD5C76D3A4}" type="presOf" srcId="{695BBB12-DC61-4B4D-9617-10E945D823E5}" destId="{88CFF130-B66D-4A3C-A634-31C41FD49CD2}" srcOrd="0" destOrd="0" presId="urn:microsoft.com/office/officeart/2008/layout/LinedList"/>
    <dgm:cxn modelId="{0DC283B6-8EB7-4E8B-A61A-DAB932902E9D}" srcId="{ACAE4AAC-E758-4DC2-A55E-83483B172E7F}" destId="{FA5FD218-9EB4-4231-8E07-67DC455C5A65}" srcOrd="2" destOrd="0" parTransId="{2C37EA2F-D7FB-4394-A439-7A5D16689468}" sibTransId="{D2F42C6D-CC26-4158-B722-E399ACF58643}"/>
    <dgm:cxn modelId="{26ACC1CD-012B-43BC-9228-A3A1CE8D2B9A}" type="presOf" srcId="{FA5FD218-9EB4-4231-8E07-67DC455C5A65}" destId="{9B5CED01-58EC-46C4-B3D3-B28FBF5BA39A}" srcOrd="0" destOrd="0" presId="urn:microsoft.com/office/officeart/2008/layout/LinedList"/>
    <dgm:cxn modelId="{AA60C1E6-9FD4-46F2-B459-E763687E142B}" srcId="{ACAE4AAC-E758-4DC2-A55E-83483B172E7F}" destId="{AF5D7CCC-4BA0-461E-BEFB-74A500B51CE3}" srcOrd="1" destOrd="0" parTransId="{35A605D3-F32B-4DD0-928A-AFD3EAA6FAF8}" sibTransId="{841221AA-B5CB-4413-B67D-ECD5B878AE1F}"/>
    <dgm:cxn modelId="{5ADD7EB9-87BD-4D3D-A8C4-0CBAB3F5083B}" type="presParOf" srcId="{771A66CE-167E-42D6-AE40-D7EE46802740}" destId="{5F64E3B2-5FDE-4DEB-8B8D-4D26E8BFC403}" srcOrd="0" destOrd="0" presId="urn:microsoft.com/office/officeart/2008/layout/LinedList"/>
    <dgm:cxn modelId="{F552F911-004D-4737-8C92-616FC96E7A60}" type="presParOf" srcId="{771A66CE-167E-42D6-AE40-D7EE46802740}" destId="{CB356A79-E9EC-4F7B-B355-62E452C835A5}" srcOrd="1" destOrd="0" presId="urn:microsoft.com/office/officeart/2008/layout/LinedList"/>
    <dgm:cxn modelId="{36237C4A-E470-4850-B86A-885CC0765F87}" type="presParOf" srcId="{CB356A79-E9EC-4F7B-B355-62E452C835A5}" destId="{88CFF130-B66D-4A3C-A634-31C41FD49CD2}" srcOrd="0" destOrd="0" presId="urn:microsoft.com/office/officeart/2008/layout/LinedList"/>
    <dgm:cxn modelId="{3F1B5A56-2FEF-4A3A-81D4-5EDC336ACAE5}" type="presParOf" srcId="{CB356A79-E9EC-4F7B-B355-62E452C835A5}" destId="{7D7FFB4B-7040-43D9-BE73-6C7930959D57}" srcOrd="1" destOrd="0" presId="urn:microsoft.com/office/officeart/2008/layout/LinedList"/>
    <dgm:cxn modelId="{EA3BD469-3BFF-4E47-B8E8-1C0EBAC20DEC}" type="presParOf" srcId="{771A66CE-167E-42D6-AE40-D7EE46802740}" destId="{D6D533EF-C77A-465D-BA4F-2C4736A51C83}" srcOrd="2" destOrd="0" presId="urn:microsoft.com/office/officeart/2008/layout/LinedList"/>
    <dgm:cxn modelId="{586781BD-5525-4459-8BEB-6468A77F1EDA}" type="presParOf" srcId="{771A66CE-167E-42D6-AE40-D7EE46802740}" destId="{029ABC17-4D16-436C-9B7F-430361E7DD6E}" srcOrd="3" destOrd="0" presId="urn:microsoft.com/office/officeart/2008/layout/LinedList"/>
    <dgm:cxn modelId="{0ADA8E92-7EF7-40CC-B602-A20DCD3495D3}" type="presParOf" srcId="{029ABC17-4D16-436C-9B7F-430361E7DD6E}" destId="{1F1B5DAD-5E7C-41E9-B9C9-7794415B864B}" srcOrd="0" destOrd="0" presId="urn:microsoft.com/office/officeart/2008/layout/LinedList"/>
    <dgm:cxn modelId="{8942E5E1-D0E2-4FC3-90CF-262FA68DA3E1}" type="presParOf" srcId="{029ABC17-4D16-436C-9B7F-430361E7DD6E}" destId="{AEDC0198-7753-420F-B6C2-2A59FCB14704}" srcOrd="1" destOrd="0" presId="urn:microsoft.com/office/officeart/2008/layout/LinedList"/>
    <dgm:cxn modelId="{6F58D072-2962-4AF1-93CB-9D500DC9D2ED}" type="presParOf" srcId="{771A66CE-167E-42D6-AE40-D7EE46802740}" destId="{692C8ED7-4D2F-4216-9CA7-0E7E3C43C0CC}" srcOrd="4" destOrd="0" presId="urn:microsoft.com/office/officeart/2008/layout/LinedList"/>
    <dgm:cxn modelId="{10DAC0E2-4D3E-49A1-AD4F-4A12D7CE9414}" type="presParOf" srcId="{771A66CE-167E-42D6-AE40-D7EE46802740}" destId="{C868186A-A772-498E-8099-EFD3B42F06AF}" srcOrd="5" destOrd="0" presId="urn:microsoft.com/office/officeart/2008/layout/LinedList"/>
    <dgm:cxn modelId="{AEE329DD-9726-43A9-A65C-A730D438A119}" type="presParOf" srcId="{C868186A-A772-498E-8099-EFD3B42F06AF}" destId="{9B5CED01-58EC-46C4-B3D3-B28FBF5BA39A}" srcOrd="0" destOrd="0" presId="urn:microsoft.com/office/officeart/2008/layout/LinedList"/>
    <dgm:cxn modelId="{5BB8D090-7496-4D96-A61F-A9E21DFC0261}" type="presParOf" srcId="{C868186A-A772-498E-8099-EFD3B42F06AF}" destId="{B77044E1-573C-4AB9-8826-C05E7E476DD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284658-D3CE-4B2F-BF8D-2968CC9F4425}">
      <dsp:nvSpPr>
        <dsp:cNvPr id="0" name=""/>
        <dsp:cNvSpPr/>
      </dsp:nvSpPr>
      <dsp:spPr>
        <a:xfrm>
          <a:off x="920893" y="887962"/>
          <a:ext cx="1249769" cy="1249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BAB82-F0AC-4C6F-BC6D-CE0B7B9E399A}">
      <dsp:nvSpPr>
        <dsp:cNvPr id="0" name=""/>
        <dsp:cNvSpPr/>
      </dsp:nvSpPr>
      <dsp:spPr>
        <a:xfrm>
          <a:off x="157144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Bitcoin = highly volatile asset </a:t>
          </a:r>
          <a:endParaRPr lang="en-US" sz="2500" kern="1200"/>
        </a:p>
      </dsp:txBody>
      <dsp:txXfrm>
        <a:off x="157144" y="2485519"/>
        <a:ext cx="2777266" cy="720000"/>
      </dsp:txXfrm>
    </dsp:sp>
    <dsp:sp modelId="{181394F5-2AC0-4940-9F4F-B7E3AFDA1AEF}">
      <dsp:nvSpPr>
        <dsp:cNvPr id="0" name=""/>
        <dsp:cNvSpPr/>
      </dsp:nvSpPr>
      <dsp:spPr>
        <a:xfrm>
          <a:off x="4184181" y="887962"/>
          <a:ext cx="1249769" cy="1249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89E48-91D2-4E7A-886E-E7BEB13A6650}">
      <dsp:nvSpPr>
        <dsp:cNvPr id="0" name=""/>
        <dsp:cNvSpPr/>
      </dsp:nvSpPr>
      <dsp:spPr>
        <a:xfrm>
          <a:off x="3420433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Difficult to predict </a:t>
          </a:r>
          <a:endParaRPr lang="en-US" sz="2500" kern="1200"/>
        </a:p>
      </dsp:txBody>
      <dsp:txXfrm>
        <a:off x="3420433" y="2485519"/>
        <a:ext cx="2777266" cy="720000"/>
      </dsp:txXfrm>
    </dsp:sp>
    <dsp:sp modelId="{FCDCDFBF-92F9-4F90-B954-E2082AA0039B}">
      <dsp:nvSpPr>
        <dsp:cNvPr id="0" name=""/>
        <dsp:cNvSpPr/>
      </dsp:nvSpPr>
      <dsp:spPr>
        <a:xfrm>
          <a:off x="7447469" y="887962"/>
          <a:ext cx="1249769" cy="1249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F69EA-8A8B-4782-892F-1A5519C9CDA2}">
      <dsp:nvSpPr>
        <dsp:cNvPr id="0" name=""/>
        <dsp:cNvSpPr/>
      </dsp:nvSpPr>
      <dsp:spPr>
        <a:xfrm>
          <a:off x="6683721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Time series models help identify patterns </a:t>
          </a:r>
          <a:endParaRPr lang="en-US" sz="2500" kern="1200"/>
        </a:p>
      </dsp:txBody>
      <dsp:txXfrm>
        <a:off x="6683721" y="2485519"/>
        <a:ext cx="2777266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CB738E-338F-40B3-8702-13900AF5E918}">
      <dsp:nvSpPr>
        <dsp:cNvPr id="0" name=""/>
        <dsp:cNvSpPr/>
      </dsp:nvSpPr>
      <dsp:spPr>
        <a:xfrm>
          <a:off x="0" y="607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36ED34-D206-4A4F-AB79-C74CF7C1B634}">
      <dsp:nvSpPr>
        <dsp:cNvPr id="0" name=""/>
        <dsp:cNvSpPr/>
      </dsp:nvSpPr>
      <dsp:spPr>
        <a:xfrm>
          <a:off x="430272" y="320645"/>
          <a:ext cx="782314" cy="7823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FB160-F254-4C71-A50A-D3ADCFE659E1}">
      <dsp:nvSpPr>
        <dsp:cNvPr id="0" name=""/>
        <dsp:cNvSpPr/>
      </dsp:nvSpPr>
      <dsp:spPr>
        <a:xfrm>
          <a:off x="1642860" y="607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Investors struggle with timing decisions </a:t>
          </a:r>
          <a:endParaRPr lang="en-US" sz="2500" kern="1200"/>
        </a:p>
      </dsp:txBody>
      <dsp:txXfrm>
        <a:off x="1642860" y="607"/>
        <a:ext cx="4985943" cy="1422390"/>
      </dsp:txXfrm>
    </dsp:sp>
    <dsp:sp modelId="{F864F238-C5F9-451F-9984-8C1C3AABF219}">
      <dsp:nvSpPr>
        <dsp:cNvPr id="0" name=""/>
        <dsp:cNvSpPr/>
      </dsp:nvSpPr>
      <dsp:spPr>
        <a:xfrm>
          <a:off x="0" y="1778595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168AD8-BEE3-4D0B-8CCD-35BB5D63EEBE}">
      <dsp:nvSpPr>
        <dsp:cNvPr id="0" name=""/>
        <dsp:cNvSpPr/>
      </dsp:nvSpPr>
      <dsp:spPr>
        <a:xfrm>
          <a:off x="430272" y="2098633"/>
          <a:ext cx="782314" cy="7823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71D3C-CC93-41B6-9643-812B1702467A}">
      <dsp:nvSpPr>
        <dsp:cNvPr id="0" name=""/>
        <dsp:cNvSpPr/>
      </dsp:nvSpPr>
      <dsp:spPr>
        <a:xfrm>
          <a:off x="1642860" y="1778595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High risk due to volatility </a:t>
          </a:r>
          <a:endParaRPr lang="en-US" sz="2500" kern="1200"/>
        </a:p>
      </dsp:txBody>
      <dsp:txXfrm>
        <a:off x="1642860" y="1778595"/>
        <a:ext cx="4985943" cy="1422390"/>
      </dsp:txXfrm>
    </dsp:sp>
    <dsp:sp modelId="{B9D2C9D2-14C1-4827-B55F-E505DFCCE925}">
      <dsp:nvSpPr>
        <dsp:cNvPr id="0" name=""/>
        <dsp:cNvSpPr/>
      </dsp:nvSpPr>
      <dsp:spPr>
        <a:xfrm>
          <a:off x="0" y="3556583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25284D-6FA1-4530-BCB0-F6AB6EA47EB5}">
      <dsp:nvSpPr>
        <dsp:cNvPr id="0" name=""/>
        <dsp:cNvSpPr/>
      </dsp:nvSpPr>
      <dsp:spPr>
        <a:xfrm>
          <a:off x="430272" y="3876620"/>
          <a:ext cx="782314" cy="7823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8CF61-4D9C-41ED-8AB4-A0FB290BF0C8}">
      <dsp:nvSpPr>
        <dsp:cNvPr id="0" name=""/>
        <dsp:cNvSpPr/>
      </dsp:nvSpPr>
      <dsp:spPr>
        <a:xfrm>
          <a:off x="1642860" y="3556583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Need better short-term forecasts </a:t>
          </a:r>
          <a:endParaRPr lang="en-US" sz="2500" kern="1200"/>
        </a:p>
      </dsp:txBody>
      <dsp:txXfrm>
        <a:off x="1642860" y="3556583"/>
        <a:ext cx="4985943" cy="14223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4664BD-0CB6-440B-9A7D-9F99272E4764}">
      <dsp:nvSpPr>
        <dsp:cNvPr id="0" name=""/>
        <dsp:cNvSpPr/>
      </dsp:nvSpPr>
      <dsp:spPr>
        <a:xfrm>
          <a:off x="563316" y="539241"/>
          <a:ext cx="1749937" cy="1749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183ED6-605A-415F-9B1F-E42E8F932D9C}">
      <dsp:nvSpPr>
        <dsp:cNvPr id="0" name=""/>
        <dsp:cNvSpPr/>
      </dsp:nvSpPr>
      <dsp:spPr>
        <a:xfrm>
          <a:off x="936253" y="912178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CC611-9802-4C66-869C-031F3FBDFAAA}">
      <dsp:nvSpPr>
        <dsp:cNvPr id="0" name=""/>
        <dsp:cNvSpPr/>
      </dsp:nvSpPr>
      <dsp:spPr>
        <a:xfrm>
          <a:off x="3910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b="0" i="0" kern="1200" baseline="0"/>
            <a:t>Source: Kaggle dataset </a:t>
          </a:r>
          <a:endParaRPr lang="en-US" sz="2800" kern="1200"/>
        </a:p>
      </dsp:txBody>
      <dsp:txXfrm>
        <a:off x="3910" y="2834241"/>
        <a:ext cx="2868750" cy="720000"/>
      </dsp:txXfrm>
    </dsp:sp>
    <dsp:sp modelId="{5CA3A452-7CAD-420C-94B7-DB1BBBDB9042}">
      <dsp:nvSpPr>
        <dsp:cNvPr id="0" name=""/>
        <dsp:cNvSpPr/>
      </dsp:nvSpPr>
      <dsp:spPr>
        <a:xfrm>
          <a:off x="3934097" y="539241"/>
          <a:ext cx="1749937" cy="1749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E55435-363B-4B6C-9307-7E3F67E80B75}">
      <dsp:nvSpPr>
        <dsp:cNvPr id="0" name=""/>
        <dsp:cNvSpPr/>
      </dsp:nvSpPr>
      <dsp:spPr>
        <a:xfrm>
          <a:off x="4307035" y="912178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39B187-3DB2-4D0A-AB39-CFF814641D09}">
      <dsp:nvSpPr>
        <dsp:cNvPr id="0" name=""/>
        <dsp:cNvSpPr/>
      </dsp:nvSpPr>
      <dsp:spPr>
        <a:xfrm>
          <a:off x="3374691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b="0" i="0" kern="1200" baseline="0"/>
            <a:t>Period: 2014–2023 </a:t>
          </a:r>
          <a:endParaRPr lang="en-US" sz="2800" kern="1200"/>
        </a:p>
      </dsp:txBody>
      <dsp:txXfrm>
        <a:off x="3374691" y="2834241"/>
        <a:ext cx="2868750" cy="720000"/>
      </dsp:txXfrm>
    </dsp:sp>
    <dsp:sp modelId="{6CCC2C53-BDB1-452D-8005-714866A117D8}">
      <dsp:nvSpPr>
        <dsp:cNvPr id="0" name=""/>
        <dsp:cNvSpPr/>
      </dsp:nvSpPr>
      <dsp:spPr>
        <a:xfrm>
          <a:off x="7304879" y="539241"/>
          <a:ext cx="1749937" cy="1749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69F227-9361-4ADC-846E-3E7AD6D6FD1D}">
      <dsp:nvSpPr>
        <dsp:cNvPr id="0" name=""/>
        <dsp:cNvSpPr/>
      </dsp:nvSpPr>
      <dsp:spPr>
        <a:xfrm>
          <a:off x="7677816" y="912178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A8D05-F34D-4AEA-BA30-8FF7F58535F5}">
      <dsp:nvSpPr>
        <dsp:cNvPr id="0" name=""/>
        <dsp:cNvSpPr/>
      </dsp:nvSpPr>
      <dsp:spPr>
        <a:xfrm>
          <a:off x="6745472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b="0" i="0" kern="1200" baseline="0"/>
            <a:t>Daily observations </a:t>
          </a:r>
          <a:endParaRPr lang="en-US" sz="2800" kern="1200"/>
        </a:p>
      </dsp:txBody>
      <dsp:txXfrm>
        <a:off x="6745472" y="2834241"/>
        <a:ext cx="2868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BC11A3-2EB6-4734-80A6-C675F8A0D368}">
      <dsp:nvSpPr>
        <dsp:cNvPr id="0" name=""/>
        <dsp:cNvSpPr/>
      </dsp:nvSpPr>
      <dsp:spPr>
        <a:xfrm>
          <a:off x="1607525" y="1057688"/>
          <a:ext cx="3043237" cy="19781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ADF test result </a:t>
          </a:r>
          <a:endParaRPr lang="en-US" sz="3000" kern="1200"/>
        </a:p>
      </dsp:txBody>
      <dsp:txXfrm>
        <a:off x="1704088" y="1154251"/>
        <a:ext cx="2850111" cy="1784978"/>
      </dsp:txXfrm>
    </dsp:sp>
    <dsp:sp modelId="{1F678174-447F-4854-B0AF-B1B1E92C8AB2}">
      <dsp:nvSpPr>
        <dsp:cNvPr id="0" name=""/>
        <dsp:cNvSpPr/>
      </dsp:nvSpPr>
      <dsp:spPr>
        <a:xfrm>
          <a:off x="3129144" y="366818"/>
          <a:ext cx="3359844" cy="3359844"/>
        </a:xfrm>
        <a:custGeom>
          <a:avLst/>
          <a:gdLst/>
          <a:ahLst/>
          <a:cxnLst/>
          <a:rect l="0" t="0" r="0" b="0"/>
          <a:pathLst>
            <a:path>
              <a:moveTo>
                <a:pt x="338180" y="669047"/>
              </a:moveTo>
              <a:arcTo wR="1679922" hR="1679922" stAng="13019672" swAng="6360656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8F7A47-46C1-490F-B5C5-431BEB7869E1}">
      <dsp:nvSpPr>
        <dsp:cNvPr id="0" name=""/>
        <dsp:cNvSpPr/>
      </dsp:nvSpPr>
      <dsp:spPr>
        <a:xfrm>
          <a:off x="4967369" y="1057688"/>
          <a:ext cx="3043237" cy="197810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Non-stationary → stationary after differencing </a:t>
          </a:r>
          <a:endParaRPr lang="en-US" sz="3000" kern="1200"/>
        </a:p>
      </dsp:txBody>
      <dsp:txXfrm>
        <a:off x="5063932" y="1154251"/>
        <a:ext cx="2850111" cy="1784978"/>
      </dsp:txXfrm>
    </dsp:sp>
    <dsp:sp modelId="{B1A63EE4-BEB5-49EB-96BC-4BC8D851A2F0}">
      <dsp:nvSpPr>
        <dsp:cNvPr id="0" name=""/>
        <dsp:cNvSpPr/>
      </dsp:nvSpPr>
      <dsp:spPr>
        <a:xfrm>
          <a:off x="3129144" y="366818"/>
          <a:ext cx="3359844" cy="3359844"/>
        </a:xfrm>
        <a:custGeom>
          <a:avLst/>
          <a:gdLst/>
          <a:ahLst/>
          <a:cxnLst/>
          <a:rect l="0" t="0" r="0" b="0"/>
          <a:pathLst>
            <a:path>
              <a:moveTo>
                <a:pt x="3021663" y="2690796"/>
              </a:moveTo>
              <a:arcTo wR="1679922" hR="1679922" stAng="2219672" swAng="6360656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80FBC8-2D9B-4859-BF32-6CFC5EB08023}">
      <dsp:nvSpPr>
        <dsp:cNvPr id="0" name=""/>
        <dsp:cNvSpPr/>
      </dsp:nvSpPr>
      <dsp:spPr>
        <a:xfrm>
          <a:off x="191458" y="1646453"/>
          <a:ext cx="800575" cy="8005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0DE0A2-86CB-4C10-AC29-ABF74B89EC7D}">
      <dsp:nvSpPr>
        <dsp:cNvPr id="0" name=""/>
        <dsp:cNvSpPr/>
      </dsp:nvSpPr>
      <dsp:spPr>
        <a:xfrm>
          <a:off x="359579" y="1814573"/>
          <a:ext cx="464334" cy="4643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FEBD1-3EB5-44DD-980A-450D56C13D0C}">
      <dsp:nvSpPr>
        <dsp:cNvPr id="0" name=""/>
        <dsp:cNvSpPr/>
      </dsp:nvSpPr>
      <dsp:spPr>
        <a:xfrm>
          <a:off x="1163586" y="1646453"/>
          <a:ext cx="1887071" cy="800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 err="1"/>
            <a:t>auto.arima</a:t>
          </a:r>
          <a:r>
            <a:rPr lang="en-US" sz="2400" b="0" i="0" kern="1200" baseline="0" dirty="0"/>
            <a:t>() </a:t>
          </a:r>
          <a:endParaRPr lang="en-US" sz="2400" kern="1200" dirty="0"/>
        </a:p>
      </dsp:txBody>
      <dsp:txXfrm>
        <a:off x="1163586" y="1646453"/>
        <a:ext cx="1887071" cy="800575"/>
      </dsp:txXfrm>
    </dsp:sp>
    <dsp:sp modelId="{86187978-2834-4118-B761-3041539C0519}">
      <dsp:nvSpPr>
        <dsp:cNvPr id="0" name=""/>
        <dsp:cNvSpPr/>
      </dsp:nvSpPr>
      <dsp:spPr>
        <a:xfrm>
          <a:off x="3379466" y="1646453"/>
          <a:ext cx="800575" cy="8005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AE12BA-F012-42AF-9A6A-A8C32B7D9CA9}">
      <dsp:nvSpPr>
        <dsp:cNvPr id="0" name=""/>
        <dsp:cNvSpPr/>
      </dsp:nvSpPr>
      <dsp:spPr>
        <a:xfrm>
          <a:off x="3547587" y="1814573"/>
          <a:ext cx="464334" cy="4643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641DE-BC95-46A7-94C5-77915EC63B39}">
      <dsp:nvSpPr>
        <dsp:cNvPr id="0" name=""/>
        <dsp:cNvSpPr/>
      </dsp:nvSpPr>
      <dsp:spPr>
        <a:xfrm>
          <a:off x="4351594" y="1646453"/>
          <a:ext cx="1887071" cy="800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Parameters: p, d, q </a:t>
          </a:r>
          <a:endParaRPr lang="en-US" sz="2400" kern="1200"/>
        </a:p>
      </dsp:txBody>
      <dsp:txXfrm>
        <a:off x="4351594" y="1646453"/>
        <a:ext cx="1887071" cy="800575"/>
      </dsp:txXfrm>
    </dsp:sp>
    <dsp:sp modelId="{9932F64F-1EAE-43F6-B80F-4A51417FD19F}">
      <dsp:nvSpPr>
        <dsp:cNvPr id="0" name=""/>
        <dsp:cNvSpPr/>
      </dsp:nvSpPr>
      <dsp:spPr>
        <a:xfrm>
          <a:off x="6567474" y="1646453"/>
          <a:ext cx="800575" cy="8005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91C60F-229A-4682-989C-6F821FB5356D}">
      <dsp:nvSpPr>
        <dsp:cNvPr id="0" name=""/>
        <dsp:cNvSpPr/>
      </dsp:nvSpPr>
      <dsp:spPr>
        <a:xfrm>
          <a:off x="6735595" y="1814573"/>
          <a:ext cx="464334" cy="4643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EF4FFF-C0E0-4D77-B8BC-CE7E93D0A707}">
      <dsp:nvSpPr>
        <dsp:cNvPr id="0" name=""/>
        <dsp:cNvSpPr/>
      </dsp:nvSpPr>
      <dsp:spPr>
        <a:xfrm>
          <a:off x="7539602" y="1646453"/>
          <a:ext cx="1887071" cy="800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AIC optimization </a:t>
          </a:r>
          <a:endParaRPr lang="en-US" sz="2400" kern="1200"/>
        </a:p>
      </dsp:txBody>
      <dsp:txXfrm>
        <a:off x="7539602" y="1646453"/>
        <a:ext cx="1887071" cy="8005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7CBA56-9580-4C57-9721-6F6E3E82A57A}">
      <dsp:nvSpPr>
        <dsp:cNvPr id="0" name=""/>
        <dsp:cNvSpPr/>
      </dsp:nvSpPr>
      <dsp:spPr>
        <a:xfrm>
          <a:off x="563316" y="539241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DF1D0C-9A65-4C71-B353-C084F6F1C156}">
      <dsp:nvSpPr>
        <dsp:cNvPr id="0" name=""/>
        <dsp:cNvSpPr/>
      </dsp:nvSpPr>
      <dsp:spPr>
        <a:xfrm>
          <a:off x="936253" y="912178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57A343-F443-4944-BF4B-630715826B06}">
      <dsp:nvSpPr>
        <dsp:cNvPr id="0" name=""/>
        <dsp:cNvSpPr/>
      </dsp:nvSpPr>
      <dsp:spPr>
        <a:xfrm>
          <a:off x="3910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ETS → Best forecasting accuracy</a:t>
          </a:r>
          <a:endParaRPr lang="en-IN" sz="1500" kern="1200"/>
        </a:p>
      </dsp:txBody>
      <dsp:txXfrm>
        <a:off x="3910" y="2834241"/>
        <a:ext cx="2868750" cy="720000"/>
      </dsp:txXfrm>
    </dsp:sp>
    <dsp:sp modelId="{C69EA431-697B-486D-807C-31729D71BCC4}">
      <dsp:nvSpPr>
        <dsp:cNvPr id="0" name=""/>
        <dsp:cNvSpPr/>
      </dsp:nvSpPr>
      <dsp:spPr>
        <a:xfrm>
          <a:off x="3934097" y="539241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E67A08-09AF-43B9-B07C-D68F7AD84B7B}">
      <dsp:nvSpPr>
        <dsp:cNvPr id="0" name=""/>
        <dsp:cNvSpPr/>
      </dsp:nvSpPr>
      <dsp:spPr>
        <a:xfrm>
          <a:off x="4307035" y="912178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3F11D-E678-4D54-AD3E-C3EF6B79F144}">
      <dsp:nvSpPr>
        <dsp:cNvPr id="0" name=""/>
        <dsp:cNvSpPr/>
      </dsp:nvSpPr>
      <dsp:spPr>
        <a:xfrm>
          <a:off x="3374691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br>
            <a:rPr lang="en-US" sz="1500" kern="1200"/>
          </a:br>
          <a:r>
            <a:rPr lang="en-US" sz="1500" b="1" kern="1200"/>
            <a:t>ARIMA → Best interpretability / structural analysis</a:t>
          </a:r>
          <a:endParaRPr lang="en-US" sz="1500" kern="1200"/>
        </a:p>
      </dsp:txBody>
      <dsp:txXfrm>
        <a:off x="3374691" y="2834241"/>
        <a:ext cx="2868750" cy="720000"/>
      </dsp:txXfrm>
    </dsp:sp>
    <dsp:sp modelId="{9DDE6F22-23C8-4C82-A78A-065561AD9B9F}">
      <dsp:nvSpPr>
        <dsp:cNvPr id="0" name=""/>
        <dsp:cNvSpPr/>
      </dsp:nvSpPr>
      <dsp:spPr>
        <a:xfrm>
          <a:off x="7304879" y="539241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D216CA-15C8-4536-91BD-3A57E83D6ABC}">
      <dsp:nvSpPr>
        <dsp:cNvPr id="0" name=""/>
        <dsp:cNvSpPr/>
      </dsp:nvSpPr>
      <dsp:spPr>
        <a:xfrm>
          <a:off x="7677816" y="912178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AE656-2B27-46F8-8AB2-C50D50D396BE}">
      <dsp:nvSpPr>
        <dsp:cNvPr id="0" name=""/>
        <dsp:cNvSpPr/>
      </dsp:nvSpPr>
      <dsp:spPr>
        <a:xfrm>
          <a:off x="6745472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Lowest RMSE, MAE, MAPE </a:t>
          </a:r>
          <a:endParaRPr lang="en-US" sz="1500" kern="1200"/>
        </a:p>
      </dsp:txBody>
      <dsp:txXfrm>
        <a:off x="6745472" y="2834241"/>
        <a:ext cx="2868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64E3B2-5FDE-4DEB-8B8D-4D26E8BFC403}">
      <dsp:nvSpPr>
        <dsp:cNvPr id="0" name=""/>
        <dsp:cNvSpPr/>
      </dsp:nvSpPr>
      <dsp:spPr>
        <a:xfrm>
          <a:off x="0" y="1998"/>
          <a:ext cx="961813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CFF130-B66D-4A3C-A634-31C41FD49CD2}">
      <dsp:nvSpPr>
        <dsp:cNvPr id="0" name=""/>
        <dsp:cNvSpPr/>
      </dsp:nvSpPr>
      <dsp:spPr>
        <a:xfrm>
          <a:off x="0" y="1998"/>
          <a:ext cx="9618133" cy="1363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0" i="0" kern="1200" baseline="0" dirty="0">
              <a:solidFill>
                <a:schemeClr val="tx1"/>
              </a:solidFill>
            </a:rPr>
            <a:t>Strong dependence on past values </a:t>
          </a:r>
          <a:endParaRPr lang="en-US" sz="4600" kern="1200" dirty="0">
            <a:solidFill>
              <a:schemeClr val="tx1"/>
            </a:solidFill>
          </a:endParaRPr>
        </a:p>
      </dsp:txBody>
      <dsp:txXfrm>
        <a:off x="0" y="1998"/>
        <a:ext cx="9618133" cy="1363161"/>
      </dsp:txXfrm>
    </dsp:sp>
    <dsp:sp modelId="{D6D533EF-C77A-465D-BA4F-2C4736A51C83}">
      <dsp:nvSpPr>
        <dsp:cNvPr id="0" name=""/>
        <dsp:cNvSpPr/>
      </dsp:nvSpPr>
      <dsp:spPr>
        <a:xfrm>
          <a:off x="0" y="1365160"/>
          <a:ext cx="961813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B5DAD-5E7C-41E9-B9C9-7794415B864B}">
      <dsp:nvSpPr>
        <dsp:cNvPr id="0" name=""/>
        <dsp:cNvSpPr/>
      </dsp:nvSpPr>
      <dsp:spPr>
        <a:xfrm>
          <a:off x="0" y="1365160"/>
          <a:ext cx="9618133" cy="1363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0" i="0" kern="1200" baseline="0" dirty="0">
              <a:solidFill>
                <a:schemeClr val="tx1"/>
              </a:solidFill>
            </a:rPr>
            <a:t>ARIMA best for short-term </a:t>
          </a:r>
          <a:endParaRPr lang="en-US" sz="4600" kern="1200" dirty="0">
            <a:solidFill>
              <a:schemeClr val="tx1"/>
            </a:solidFill>
          </a:endParaRPr>
        </a:p>
      </dsp:txBody>
      <dsp:txXfrm>
        <a:off x="0" y="1365160"/>
        <a:ext cx="9618133" cy="1363161"/>
      </dsp:txXfrm>
    </dsp:sp>
    <dsp:sp modelId="{692C8ED7-4D2F-4216-9CA7-0E7E3C43C0CC}">
      <dsp:nvSpPr>
        <dsp:cNvPr id="0" name=""/>
        <dsp:cNvSpPr/>
      </dsp:nvSpPr>
      <dsp:spPr>
        <a:xfrm>
          <a:off x="0" y="2728321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CED01-58EC-46C4-B3D3-B28FBF5BA39A}">
      <dsp:nvSpPr>
        <dsp:cNvPr id="0" name=""/>
        <dsp:cNvSpPr/>
      </dsp:nvSpPr>
      <dsp:spPr>
        <a:xfrm>
          <a:off x="0" y="2728321"/>
          <a:ext cx="9618133" cy="1363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0" i="0" kern="1200" baseline="0" dirty="0">
              <a:solidFill>
                <a:schemeClr val="tx1"/>
              </a:solidFill>
            </a:rPr>
            <a:t>High volatility limits long-term accuracy </a:t>
          </a:r>
          <a:endParaRPr lang="en-US" sz="4600" kern="1200" dirty="0">
            <a:solidFill>
              <a:schemeClr val="tx1"/>
            </a:solidFill>
          </a:endParaRPr>
        </a:p>
      </dsp:txBody>
      <dsp:txXfrm>
        <a:off x="0" y="2728321"/>
        <a:ext cx="9618133" cy="13631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9C240-AEC7-4FCE-92F9-CF1A22F502AB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26E0C-55E0-489B-ADB3-A63D92F7B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121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26E0C-55E0-489B-ADB3-A63D92F7BA1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06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549D6DC-E1CB-4874-BF52-C3407230D20E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48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3E51-B7F7-4C24-B8E3-5471755DC0E0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1A59F-D956-4598-A3C1-AE72A5387751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09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BD69-7BD3-4731-8064-242619E92CBE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1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77D9-239F-488B-9358-023C46BC7084}" type="datetime1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95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1C24-7140-4FDE-92F3-654C6E2D3C1C}" type="datetime1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23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6ACF-ECB9-4B5F-A429-08B8AC75E8EF}" type="datetime1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1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429B-EE2A-486A-BDB9-0C848B4FAFDD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23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FE4A-CB8D-40AB-BFFC-AAF37EA071CB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0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C94-3B1E-4991-BED3-41F8B0158A00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7024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C94-3B1E-4991-BED3-41F8B0158A00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9233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C94-3B1E-4991-BED3-41F8B0158A00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18484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C94-3B1E-4991-BED3-41F8B0158A00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44942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C94-3B1E-4991-BED3-41F8B0158A00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53622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C94-3B1E-4991-BED3-41F8B0158A00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5157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1D81-C4B9-4A87-89A7-22E29E6C9200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363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7718-69F7-427E-95A3-C1246AF46913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41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17C94-3B1E-4991-BED3-41F8B0158A00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5546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stock icons in closeup">
            <a:extLst>
              <a:ext uri="{FF2B5EF4-FFF2-40B4-BE49-F238E27FC236}">
                <a16:creationId xmlns:a16="http://schemas.microsoft.com/office/drawing/2014/main" id="{0DBD66D4-240C-5184-D97C-1E2BA08024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82" r="21069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2933AA-A0F2-E1FE-EFD7-0B248465E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0563" y="1678665"/>
            <a:ext cx="5856642" cy="2372168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200" b="1" dirty="0"/>
              <a:t>Time Series Forecast Model of Bitcoin Prices</a:t>
            </a:r>
            <a:br>
              <a:rPr lang="en-US" sz="2200" b="1" dirty="0"/>
            </a:br>
            <a:br>
              <a:rPr lang="en-IN" sz="2200" dirty="0"/>
            </a:br>
            <a:r>
              <a:rPr lang="en-US" sz="2200" b="1" dirty="0"/>
              <a:t>Predictive Analytics for Financial Decision-Making</a:t>
            </a:r>
            <a:br>
              <a:rPr lang="en-IN" sz="2200" b="1" dirty="0"/>
            </a:br>
            <a:endParaRPr lang="en-IN" sz="2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836D1-0AE5-848B-C745-4F5943AF8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0563" y="4505899"/>
            <a:ext cx="3893440" cy="1917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b="1" dirty="0">
                <a:solidFill>
                  <a:schemeClr val="tx1"/>
                </a:solidFill>
              </a:rPr>
              <a:t>Course: Data Mining for Managers (DSCI 725)</a:t>
            </a:r>
            <a:endParaRPr lang="en-IN" sz="14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 b="1" dirty="0">
                <a:solidFill>
                  <a:schemeClr val="tx1"/>
                </a:solidFill>
              </a:rPr>
              <a:t>Instructor: Professor Thomas Tiahrt, PhD</a:t>
            </a:r>
            <a:endParaRPr lang="en-IN" sz="14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 b="1" dirty="0">
                <a:solidFill>
                  <a:schemeClr val="tx1"/>
                </a:solidFill>
              </a:rPr>
              <a:t>Project Lead: Swetha Rani Keshava Ravi LNU</a:t>
            </a:r>
            <a:endParaRPr lang="en-IN" sz="14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 b="1" dirty="0">
                <a:solidFill>
                  <a:schemeClr val="tx1"/>
                </a:solidFill>
              </a:rPr>
              <a:t>Submission Date: April 2026</a:t>
            </a:r>
            <a:endParaRPr lang="en-IN" sz="14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134905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81C9D-8DFC-96C6-8BE5-29D120078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N"/>
              <a:t>Introduction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A89DCFE-48C7-4869-5C95-1213EF8FDF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6055247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9994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E7368-3320-2CB7-FF2A-C6BCDDAA6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IN" sz="4400"/>
              <a:t>Business Problem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9DF56581-FDDF-CFD9-7C12-3B14999DEF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1562173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9871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C066A-D99F-7FE9-294D-0C757A1D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N"/>
              <a:t>Data Source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6FEC1ED-9735-541A-A50C-1BD1178789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102456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8064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48CD2-24B8-814B-AAF0-898E2AAD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IN"/>
              <a:t>Variables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806E67-FE28-BC88-DC34-5A5FE9883C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167" y="2160589"/>
            <a:ext cx="3720916" cy="3560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Open, High, Low, Close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Volume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Target: Close price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5699A7-0ADA-AB57-D4DF-DA5F19F9E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552963"/>
              </p:ext>
            </p:extLst>
          </p:nvPr>
        </p:nvGraphicFramePr>
        <p:xfrm>
          <a:off x="4654035" y="1013837"/>
          <a:ext cx="4602749" cy="4325798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1270433">
                  <a:extLst>
                    <a:ext uri="{9D8B030D-6E8A-4147-A177-3AD203B41FA5}">
                      <a16:colId xmlns:a16="http://schemas.microsoft.com/office/drawing/2014/main" val="957577923"/>
                    </a:ext>
                  </a:extLst>
                </a:gridCol>
                <a:gridCol w="2198251">
                  <a:extLst>
                    <a:ext uri="{9D8B030D-6E8A-4147-A177-3AD203B41FA5}">
                      <a16:colId xmlns:a16="http://schemas.microsoft.com/office/drawing/2014/main" val="3574771138"/>
                    </a:ext>
                  </a:extLst>
                </a:gridCol>
                <a:gridCol w="1134065">
                  <a:extLst>
                    <a:ext uri="{9D8B030D-6E8A-4147-A177-3AD203B41FA5}">
                      <a16:colId xmlns:a16="http://schemas.microsoft.com/office/drawing/2014/main" val="2357118051"/>
                    </a:ext>
                  </a:extLst>
                </a:gridCol>
              </a:tblGrid>
              <a:tr h="4232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300" b="1" kern="100" cap="none" spc="30">
                          <a:solidFill>
                            <a:schemeClr val="tx1"/>
                          </a:solidFill>
                          <a:effectLst/>
                        </a:rPr>
                        <a:t>Column</a:t>
                      </a:r>
                      <a:endParaRPr lang="en-IN" sz="2300" b="1" kern="100" cap="none" spc="3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12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300" b="1" kern="100" cap="none" spc="3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2300" b="1" kern="100" cap="none" spc="3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12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300" b="1" kern="100" cap="none" spc="30">
                          <a:solidFill>
                            <a:schemeClr val="tx1"/>
                          </a:solidFill>
                          <a:effectLst/>
                        </a:rPr>
                        <a:t>Type</a:t>
                      </a:r>
                      <a:endParaRPr lang="en-IN" sz="2300" b="1" kern="100" cap="none" spc="3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12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253433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cap="none" spc="0">
                          <a:solidFill>
                            <a:schemeClr val="tx1"/>
                          </a:solidFill>
                          <a:effectLst/>
                        </a:rPr>
                        <a:t>Date</a:t>
                      </a:r>
                      <a:endParaRPr lang="en-IN" sz="18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cap="none" spc="0">
                          <a:solidFill>
                            <a:schemeClr val="tx1"/>
                          </a:solidFill>
                          <a:effectLst/>
                        </a:rPr>
                        <a:t>Daily observation date</a:t>
                      </a:r>
                      <a:endParaRPr lang="en-IN" sz="18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cap="none" spc="0">
                          <a:solidFill>
                            <a:schemeClr val="tx1"/>
                          </a:solidFill>
                          <a:effectLst/>
                        </a:rPr>
                        <a:t>Date</a:t>
                      </a:r>
                      <a:endParaRPr lang="en-IN" sz="18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456682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Open</a:t>
                      </a:r>
                      <a:endParaRPr lang="en-IN" sz="1800" b="1" kern="100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61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Opening price of Bitcoin</a:t>
                      </a:r>
                      <a:endParaRPr lang="en-IN" sz="1800" kern="100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61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Numeric</a:t>
                      </a:r>
                      <a:endParaRPr lang="en-IN" sz="1800" kern="100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61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388647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cap="none" spc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8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cap="none" spc="0">
                          <a:solidFill>
                            <a:schemeClr val="tx1"/>
                          </a:solidFill>
                          <a:effectLst/>
                        </a:rPr>
                        <a:t>Highest price of the day</a:t>
                      </a:r>
                      <a:endParaRPr lang="en-IN" sz="18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cap="none" spc="0">
                          <a:solidFill>
                            <a:schemeClr val="tx1"/>
                          </a:solidFill>
                          <a:effectLst/>
                        </a:rPr>
                        <a:t>Numeric</a:t>
                      </a:r>
                      <a:endParaRPr lang="en-IN" sz="18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908497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Low</a:t>
                      </a:r>
                      <a:endParaRPr lang="en-IN" sz="1800" b="1" kern="100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61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Lowest price of the day</a:t>
                      </a:r>
                      <a:endParaRPr lang="en-IN" sz="1800" kern="100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61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Numeric</a:t>
                      </a:r>
                      <a:endParaRPr lang="en-IN" sz="1800" kern="100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61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009577"/>
                  </a:ext>
                </a:extLst>
              </a:tr>
              <a:tr h="9613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cap="none" spc="0">
                          <a:solidFill>
                            <a:schemeClr val="tx1"/>
                          </a:solidFill>
                          <a:effectLst/>
                        </a:rPr>
                        <a:t>Close</a:t>
                      </a:r>
                      <a:endParaRPr lang="en-IN" sz="18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cap="none" spc="0">
                          <a:solidFill>
                            <a:schemeClr val="tx1"/>
                          </a:solidFill>
                          <a:effectLst/>
                        </a:rPr>
                        <a:t>Closing price of Bitcoin (target variable)</a:t>
                      </a:r>
                      <a:endParaRPr lang="en-IN" sz="18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cap="none" spc="0">
                          <a:solidFill>
                            <a:schemeClr val="tx1"/>
                          </a:solidFill>
                          <a:effectLst/>
                        </a:rPr>
                        <a:t>Numeric</a:t>
                      </a:r>
                      <a:endParaRPr lang="en-IN" sz="18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050203"/>
                  </a:ext>
                </a:extLst>
              </a:tr>
              <a:tr h="3394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Volume</a:t>
                      </a:r>
                      <a:endParaRPr lang="en-IN" sz="1800" b="1" kern="100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61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Trading volume</a:t>
                      </a:r>
                      <a:endParaRPr lang="en-IN" sz="1800" kern="100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61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Numeric</a:t>
                      </a:r>
                      <a:endParaRPr lang="en-IN" sz="1800" kern="100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610" marR="98414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75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6611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29568-D62A-1B2C-BF73-C061B5B4C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IN"/>
              <a:t>Data Preparation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18636B-5B91-C428-3B07-32D41DDD73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8918" y="1109145"/>
            <a:ext cx="6341016" cy="4603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Cleaned missing values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Sorted by date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Log transformation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Differencing </a:t>
            </a:r>
          </a:p>
        </p:txBody>
      </p:sp>
    </p:spTree>
    <p:extLst>
      <p:ext uri="{BB962C8B-B14F-4D97-AF65-F5344CB8AC3E}">
        <p14:creationId xmlns:p14="http://schemas.microsoft.com/office/powerpoint/2010/main" val="426963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58D2-CE2F-E4BA-4757-DE82490FF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/>
              <a:t>Time Series Plot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6A927D-3DA7-3987-4D8F-54EBF7BC79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16039" y="2160589"/>
            <a:ext cx="2927185" cy="3880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Insert price chart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Bullet: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Upward trend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 volatility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2B985-9F03-9033-A08E-7C54FBC54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7474" y="2159331"/>
            <a:ext cx="5283289" cy="29603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0510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EEF2D-318D-ACAA-A4D4-6A7AA97BA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N"/>
              <a:t>Stationarity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14B67CF-1879-06D5-54E0-8FE9E22E5E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5977967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0483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28D5-7571-C198-CC59-B5289AC8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IN"/>
              <a:t>ACF Plot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3F8DB5-61B1-C1D1-FF9A-0BC02F7E78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92318" y="2160589"/>
            <a:ext cx="3073705" cy="3880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Strong autocorrelation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Slow decay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1656C7-3898-8B61-BCF5-E8BBA8CF7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77" y="1905918"/>
            <a:ext cx="6346866" cy="34639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31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B596-7BDD-1162-123F-A52CDFA9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IN"/>
              <a:t>PACF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6467A-5170-24D1-1994-6328F4C18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957349" cy="3749323"/>
          </a:xfrm>
        </p:spPr>
        <p:txBody>
          <a:bodyPr>
            <a:normAutofit/>
          </a:bodyPr>
          <a:lstStyle/>
          <a:p>
            <a:r>
              <a:rPr lang="en-IN" dirty="0"/>
              <a:t>Spike at lag 1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DB850F-0941-536E-D8CB-90BD31260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7137" y="2159331"/>
            <a:ext cx="4204989" cy="23561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64604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0C4E-8188-77E7-1EC4-05427536D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IN"/>
              <a:t>Models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BA724B-D9DD-6413-E1C8-C556E493D0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167" y="2160589"/>
            <a:ext cx="3720916" cy="3560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Naïve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Seasonal Naïve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ETS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ARIMA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TSLM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DE438-8CF4-B3DC-23A6-9B389701D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035" y="1887217"/>
            <a:ext cx="4602747" cy="25790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7958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A730-5064-5967-AEB0-B6E303A5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IN"/>
              <a:t>Overfitting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A5ECB7-D6E0-56E1-E433-E8A9D80D4E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8918" y="1109145"/>
            <a:ext cx="6341016" cy="4603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Train-test split (80/20)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Tested on unseen data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Model comparison </a:t>
            </a:r>
          </a:p>
        </p:txBody>
      </p:sp>
    </p:spTree>
    <p:extLst>
      <p:ext uri="{BB962C8B-B14F-4D97-AF65-F5344CB8AC3E}">
        <p14:creationId xmlns:p14="http://schemas.microsoft.com/office/powerpoint/2010/main" val="352935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A364-C9FB-EF87-2694-8F0D3C89A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N"/>
              <a:t>Model Tuning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B317DF9-9715-3277-8A6D-81907B6918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6694387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3496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4ACDEA-7798-330E-2631-D785FAB9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N"/>
              <a:t>Model Performance</a:t>
            </a:r>
          </a:p>
        </p:txBody>
      </p:sp>
      <p:graphicFrame>
        <p:nvGraphicFramePr>
          <p:cNvPr id="11" name="Rectangle 1">
            <a:extLst>
              <a:ext uri="{FF2B5EF4-FFF2-40B4-BE49-F238E27FC236}">
                <a16:creationId xmlns:a16="http://schemas.microsoft.com/office/drawing/2014/main" id="{59D42FDA-FCFE-D820-89A9-AF45FA125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2813414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2465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58A5E-5259-CEC2-1BA7-E97EBB43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3484" y="609600"/>
            <a:ext cx="2930518" cy="1320800"/>
          </a:xfrm>
        </p:spPr>
        <p:txBody>
          <a:bodyPr anchor="ctr">
            <a:normAutofit/>
          </a:bodyPr>
          <a:lstStyle/>
          <a:p>
            <a:r>
              <a:rPr lang="en-IN"/>
              <a:t>Forecast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6A7683-CA08-F635-C801-3F29D57902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43484" y="2160589"/>
            <a:ext cx="2930517" cy="3880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30-day forecast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365-day forecast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Increasing uncertainty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D75669-3C5F-09A3-C2D0-C21A656FF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273" y="609600"/>
            <a:ext cx="4643282" cy="2601747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7AD626-292E-E8CF-F1CE-7D8738DBD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5744" y="3439020"/>
            <a:ext cx="4644342" cy="26023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25930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AAD1-C7C1-A1FA-8A26-EEA67425A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65" y="609600"/>
            <a:ext cx="2930518" cy="1320800"/>
          </a:xfrm>
        </p:spPr>
        <p:txBody>
          <a:bodyPr anchor="ctr">
            <a:normAutofit/>
          </a:bodyPr>
          <a:lstStyle/>
          <a:p>
            <a:r>
              <a:rPr lang="en-IN"/>
              <a:t>Residual Diagnostics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5EAB99-6C88-69EE-B0BD-E47860A5DC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1361" y="2160589"/>
            <a:ext cx="2930517" cy="3880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Non-normal distribution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Outliers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Volatility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01F15C-323D-7BF4-5E95-DC075160D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43277" y="609600"/>
            <a:ext cx="4343142" cy="2433571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D32E40-859F-ACE4-2967-EC656BD8D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42748" y="3439020"/>
            <a:ext cx="4644342" cy="26023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5544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A8BD-D248-0E64-33CD-9919072F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N"/>
              <a:t>Key Insights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525DF7C-9146-3DAF-6779-62672EEC23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266462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7649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B201-588A-1429-F235-317F1D2E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IN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A2BB9A-6837-48D9-8C95-249BF381DA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5" y="816638"/>
            <a:ext cx="4619706" cy="52247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Models useful for decisions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ETS achieved the best forecasting accuracy, while ARIMA provided strong interpretability for time-dependent structure.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cautiously </a:t>
            </a:r>
          </a:p>
        </p:txBody>
      </p:sp>
    </p:spTree>
    <p:extLst>
      <p:ext uri="{BB962C8B-B14F-4D97-AF65-F5344CB8AC3E}">
        <p14:creationId xmlns:p14="http://schemas.microsoft.com/office/powerpoint/2010/main" val="20710300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296</Words>
  <Application>Microsoft Office PowerPoint</Application>
  <PresentationFormat>Widescreen</PresentationFormat>
  <Paragraphs>104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Tw Cen MT</vt:lpstr>
      <vt:lpstr>Circuit</vt:lpstr>
      <vt:lpstr>Time Series Forecast Model of Bitcoin Prices  Predictive Analytics for Financial Decision-Making </vt:lpstr>
      <vt:lpstr>Introduction</vt:lpstr>
      <vt:lpstr>Business Problem</vt:lpstr>
      <vt:lpstr>Data Source</vt:lpstr>
      <vt:lpstr>Variables</vt:lpstr>
      <vt:lpstr>Data Preparation</vt:lpstr>
      <vt:lpstr>Time Series Plot</vt:lpstr>
      <vt:lpstr>Stationarity</vt:lpstr>
      <vt:lpstr>ACF Plot </vt:lpstr>
      <vt:lpstr>PACF Plot</vt:lpstr>
      <vt:lpstr>Models Used</vt:lpstr>
      <vt:lpstr>Overfitting</vt:lpstr>
      <vt:lpstr>Model Tuning</vt:lpstr>
      <vt:lpstr>Model Performance</vt:lpstr>
      <vt:lpstr>Forecast Results</vt:lpstr>
      <vt:lpstr>Residual Diagnostics</vt:lpstr>
      <vt:lpstr>Key Insights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Swetha Rani</dc:creator>
  <cp:lastModifiedBy>Swetha Rani</cp:lastModifiedBy>
  <cp:revision>12</cp:revision>
  <dcterms:created xsi:type="dcterms:W3CDTF">2026-04-23T01:14:43Z</dcterms:created>
  <dcterms:modified xsi:type="dcterms:W3CDTF">2026-05-17T00:43:41Z</dcterms:modified>
</cp:coreProperties>
</file>